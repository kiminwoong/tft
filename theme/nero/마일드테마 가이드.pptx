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70" r:id="rId9"/>
    <p:sldId id="263" r:id="rId10"/>
    <p:sldId id="273" r:id="rId11"/>
    <p:sldId id="271" r:id="rId12"/>
    <p:sldId id="272" r:id="rId13"/>
    <p:sldId id="269" r:id="rId14"/>
    <p:sldId id="267" r:id="rId15"/>
    <p:sldId id="268" r:id="rId16"/>
    <p:sldId id="274" r:id="rId17"/>
    <p:sldId id="275" r:id="rId18"/>
    <p:sldId id="276" r:id="rId19"/>
    <p:sldId id="262" r:id="rId20"/>
    <p:sldId id="265" r:id="rId21"/>
    <p:sldId id="266" r:id="rId22"/>
  </p:sldIdLst>
  <p:sldSz cx="12192000" cy="6858000"/>
  <p:notesSz cx="6858000" cy="9144000"/>
  <p:embeddedFontLst>
    <p:embeddedFont>
      <p:font typeface="나눔스퀘어 네오 Regular" panose="00000500000000000000" pitchFamily="2" charset="-127"/>
      <p:regular r:id="rId24"/>
    </p:embeddedFont>
    <p:embeddedFont>
      <p:font typeface="Pretendard SemiBold" panose="02000703000000020004" pitchFamily="2" charset="-127"/>
      <p:bold r:id="rId25"/>
    </p:embeddedFont>
    <p:embeddedFont>
      <p:font typeface="SUIT Light" pitchFamily="50" charset="-127"/>
      <p:regular r:id="rId26"/>
    </p:embeddedFont>
    <p:embeddedFont>
      <p:font typeface="나눔스퀘어 네오 OTF Bold" panose="00000800000000000000" pitchFamily="50" charset="-127"/>
      <p:bold r:id="rId27"/>
    </p:embeddedFont>
    <p:embeddedFont>
      <p:font typeface="나눔스퀘어 네오 OTF ExtraBold" panose="00000900000000000000" pitchFamily="50" charset="-127"/>
      <p:bold r:id="rId28"/>
    </p:embeddedFont>
    <p:embeddedFont>
      <p:font typeface="맑은 고딕" panose="020B0503020000020004" pitchFamily="50" charset="-127"/>
      <p:regular r:id="rId29"/>
      <p:bold r:id="rId3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475E"/>
    <a:srgbClr val="7393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9" y="3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369" y="7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7F6F1-6375-41FB-9A90-EC2258208C1A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93018-11F1-4895-89E1-253C5C537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741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FB5F-F1A7-4505-B652-E266723E85E9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0AE8-BD92-4066-963B-A5A406102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97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FB5F-F1A7-4505-B652-E266723E85E9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0AE8-BD92-4066-963B-A5A406102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425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FB5F-F1A7-4505-B652-E266723E85E9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0AE8-BD92-4066-963B-A5A406102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564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FB5F-F1A7-4505-B652-E266723E85E9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0AE8-BD92-4066-963B-A5A406102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803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FB5F-F1A7-4505-B652-E266723E85E9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0AE8-BD92-4066-963B-A5A406102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589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FB5F-F1A7-4505-B652-E266723E85E9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0AE8-BD92-4066-963B-A5A406102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057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FB5F-F1A7-4505-B652-E266723E85E9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0AE8-BD92-4066-963B-A5A406102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474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FB5F-F1A7-4505-B652-E266723E85E9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0AE8-BD92-4066-963B-A5A406102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00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FB5F-F1A7-4505-B652-E266723E85E9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0AE8-BD92-4066-963B-A5A406102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31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FB5F-F1A7-4505-B652-E266723E85E9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0AE8-BD92-4066-963B-A5A406102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71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FB5F-F1A7-4505-B652-E266723E85E9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A0AE8-BD92-4066-963B-A5A406102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904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FFB5F-F1A7-4505-B652-E266723E85E9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A0AE8-BD92-4066-963B-A5A406102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nimate.style/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46235" y="1355834"/>
            <a:ext cx="56140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smtClean="0"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마일드테마 메뉴얼</a:t>
            </a:r>
            <a:endParaRPr lang="ko-KR" altLang="en-US" sz="5400"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7255" y="1066799"/>
            <a:ext cx="1593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latin typeface="SUIT Light" pitchFamily="50" charset="-127"/>
                <a:ea typeface="SUIT Light" pitchFamily="50" charset="-127"/>
              </a:rPr>
              <a:t>Mild Theme</a:t>
            </a:r>
            <a:endParaRPr lang="ko-KR" altLang="en-US" sz="2000">
              <a:latin typeface="SUIT Light" pitchFamily="50" charset="-127"/>
              <a:ea typeface="SUIT Light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955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2805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01. </a:t>
            </a:r>
            <a:r>
              <a:rPr lang="ko-KR" altLang="en-US" sz="2000" smtClean="0">
                <a:solidFill>
                  <a:schemeClr val="bg1"/>
                </a:solidFill>
              </a:rPr>
              <a:t>테마 설치 </a:t>
            </a:r>
            <a:r>
              <a:rPr lang="en-US" altLang="ko-KR" sz="2000" smtClean="0">
                <a:solidFill>
                  <a:schemeClr val="bg1"/>
                </a:solidFill>
              </a:rPr>
              <a:t>/ </a:t>
            </a:r>
            <a:r>
              <a:rPr lang="ko-KR" altLang="en-US" sz="2000" smtClean="0">
                <a:solidFill>
                  <a:schemeClr val="bg1"/>
                </a:solidFill>
              </a:rPr>
              <a:t>환경설정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717" y="887766"/>
            <a:ext cx="7061549" cy="46628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1. </a:t>
            </a:r>
            <a:r>
              <a:rPr lang="ko-KR" altLang="en-US" sz="1600" smtClean="0"/>
              <a:t>그누보드를 설치 후 </a:t>
            </a:r>
            <a:r>
              <a:rPr lang="en-US" altLang="ko-KR" sz="1600" smtClean="0"/>
              <a:t>theme </a:t>
            </a:r>
            <a:r>
              <a:rPr lang="ko-KR" altLang="en-US" sz="1600" smtClean="0"/>
              <a:t>폴더 안에 구매하신 마일드테마를 추가해주세요</a:t>
            </a:r>
            <a:r>
              <a:rPr lang="en-US" altLang="ko-KR" sz="1600" smtClean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en-US" altLang="ko-KR" sz="1600" b="1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2. </a:t>
            </a:r>
            <a:r>
              <a:rPr lang="en-US" altLang="ko-KR" sz="1600" smtClean="0"/>
              <a:t>[</a:t>
            </a:r>
            <a:r>
              <a:rPr lang="ko-KR" altLang="en-US" sz="1600" smtClean="0"/>
              <a:t>관리자</a:t>
            </a:r>
            <a:r>
              <a:rPr lang="en-US" altLang="ko-KR" sz="1600" smtClean="0"/>
              <a:t>] &gt; [</a:t>
            </a:r>
            <a:r>
              <a:rPr lang="ko-KR" altLang="en-US" sz="1600" smtClean="0"/>
              <a:t>환경설정</a:t>
            </a:r>
            <a:r>
              <a:rPr lang="en-US" altLang="ko-KR" sz="1600" smtClean="0"/>
              <a:t>] &gt; [</a:t>
            </a:r>
            <a:r>
              <a:rPr lang="ko-KR" altLang="en-US" sz="1600" smtClean="0"/>
              <a:t>테마설정</a:t>
            </a:r>
            <a:r>
              <a:rPr lang="en-US" altLang="ko-KR" sz="1600" smtClean="0"/>
              <a:t>]</a:t>
            </a:r>
            <a:r>
              <a:rPr lang="ko-KR" altLang="en-US" sz="1600" smtClean="0"/>
              <a:t>에서 마일드테마 선택</a:t>
            </a: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en-US" altLang="ko-KR" sz="1600"/>
              <a:t> </a:t>
            </a:r>
            <a:r>
              <a:rPr lang="en-US" altLang="ko-KR" sz="1600" smtClean="0"/>
              <a:t>       </a:t>
            </a:r>
            <a:r>
              <a:rPr lang="en-US" altLang="ko-KR" sz="1600" smtClean="0">
                <a:solidFill>
                  <a:srgbClr val="C00000"/>
                </a:solidFill>
              </a:rPr>
              <a:t>- </a:t>
            </a:r>
            <a:r>
              <a:rPr lang="ko-KR" altLang="en-US" sz="1600" smtClean="0">
                <a:solidFill>
                  <a:srgbClr val="C00000"/>
                </a:solidFill>
              </a:rPr>
              <a:t>테마에서 지정된 스킨으로 회원스킨 등이 변경됩니다</a:t>
            </a:r>
            <a:r>
              <a:rPr lang="en-US" altLang="ko-KR" sz="1600" smtClean="0">
                <a:solidFill>
                  <a:srgbClr val="C00000"/>
                </a:solidFill>
              </a:rPr>
              <a:t>. [</a:t>
            </a:r>
            <a:r>
              <a:rPr lang="ko-KR" altLang="en-US" sz="1600" smtClean="0">
                <a:solidFill>
                  <a:srgbClr val="C00000"/>
                </a:solidFill>
              </a:rPr>
              <a:t>확인</a:t>
            </a:r>
            <a:r>
              <a:rPr lang="en-US" altLang="ko-KR" sz="1600" smtClean="0">
                <a:solidFill>
                  <a:srgbClr val="C00000"/>
                </a:solidFill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만약 확인을 못누르셨다면 </a:t>
            </a:r>
            <a:r>
              <a:rPr lang="en-US" altLang="ko-KR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basic</a:t>
            </a: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테마를 클릭하신 후 다시 지정해주시면 됩니다</a:t>
            </a:r>
            <a:r>
              <a:rPr lang="en-US" altLang="ko-KR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또는 </a:t>
            </a:r>
            <a:r>
              <a:rPr lang="en-US" altLang="ko-KR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[</a:t>
            </a: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관리자</a:t>
            </a:r>
            <a:r>
              <a:rPr lang="en-US" altLang="ko-KR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 &gt; [</a:t>
            </a: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환경설정</a:t>
            </a:r>
            <a:r>
              <a:rPr lang="en-US" altLang="ko-KR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 &gt; [</a:t>
            </a: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기본환경설정</a:t>
            </a:r>
            <a:r>
              <a:rPr lang="en-US" altLang="ko-KR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] </a:t>
            </a: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에서 </a:t>
            </a:r>
            <a:endParaRPr lang="en-US" altLang="ko-KR" sz="140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FAQ</a:t>
            </a: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스킨을 </a:t>
            </a:r>
            <a:r>
              <a:rPr lang="en-US" altLang="ko-KR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테마</a:t>
            </a:r>
            <a:r>
              <a:rPr lang="en-US" altLang="ko-KR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)theme</a:t>
            </a: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로 변경</a:t>
            </a:r>
            <a:endParaRPr lang="en-US" altLang="ko-KR" sz="140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2. </a:t>
            </a: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회원가입 설정 </a:t>
            </a:r>
            <a:r>
              <a:rPr lang="en-US" altLang="ko-KR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&gt; </a:t>
            </a: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회원 스킨을 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테마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)theme</a:t>
            </a:r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로 </a:t>
            </a: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변경</a:t>
            </a:r>
            <a:r>
              <a: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해주시면 됩니다</a:t>
            </a:r>
            <a:r>
              <a:rPr lang="en-US" altLang="ko-KR" sz="14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/>
          </a:p>
          <a:p>
            <a:pPr>
              <a:lnSpc>
                <a:spcPct val="150000"/>
              </a:lnSpc>
            </a:pPr>
            <a:r>
              <a:rPr lang="en-US" altLang="ko-KR" sz="1600" b="1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3. </a:t>
            </a:r>
            <a:r>
              <a:rPr lang="ko-KR" altLang="en-US" sz="1600" smtClean="0"/>
              <a:t>마일드테마는 반응형테마입니다</a:t>
            </a:r>
            <a:r>
              <a:rPr lang="en-US" altLang="ko-KR" sz="160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 </a:t>
            </a:r>
            <a:r>
              <a:rPr lang="en-US" altLang="ko-KR" sz="1600" smtClean="0"/>
              <a:t>      [www] &gt; [config.php]  &gt; 135</a:t>
            </a:r>
            <a:r>
              <a:rPr lang="ko-KR" altLang="en-US" sz="1600" smtClean="0"/>
              <a:t>번 줄</a:t>
            </a: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en-US" altLang="ko-KR" sz="1600"/>
              <a:t>       define('G5_USE_MOBILE', </a:t>
            </a:r>
            <a:r>
              <a:rPr lang="en-US" altLang="ko-KR" sz="1600" smtClean="0">
                <a:solidFill>
                  <a:srgbClr val="C00000"/>
                </a:solidFill>
              </a:rPr>
              <a:t>true</a:t>
            </a:r>
            <a:r>
              <a:rPr lang="en-US" altLang="ko-KR" sz="1600" smtClean="0"/>
              <a:t>);    </a:t>
            </a:r>
            <a:r>
              <a:rPr lang="en-US" altLang="ko-KR" sz="1600" smtClean="0">
                <a:solidFill>
                  <a:srgbClr val="C00000"/>
                </a:solidFill>
              </a:rPr>
              <a:t>true &gt; false </a:t>
            </a:r>
            <a:r>
              <a:rPr lang="ko-KR" altLang="en-US" sz="1600" smtClean="0"/>
              <a:t>로 변경해주세요</a:t>
            </a:r>
            <a:r>
              <a:rPr lang="en-US" altLang="ko-KR" sz="1600" smtClean="0"/>
              <a:t>. </a:t>
            </a:r>
            <a:endParaRPr lang="en-US" altLang="ko-KR" sz="16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20" y="1019651"/>
            <a:ext cx="4438650" cy="16573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35" y="5713133"/>
            <a:ext cx="4744915" cy="56487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758" y="5713133"/>
            <a:ext cx="5275112" cy="567575"/>
          </a:xfrm>
          <a:prstGeom prst="rect">
            <a:avLst/>
          </a:prstGeom>
        </p:spPr>
      </p:pic>
      <p:cxnSp>
        <p:nvCxnSpPr>
          <p:cNvPr id="11" name="직선 화살표 연결선 10"/>
          <p:cNvCxnSpPr/>
          <p:nvPr/>
        </p:nvCxnSpPr>
        <p:spPr>
          <a:xfrm>
            <a:off x="5547946" y="5978769"/>
            <a:ext cx="81768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18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1701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02. </a:t>
            </a:r>
            <a:r>
              <a:rPr lang="ko-KR" altLang="en-US" sz="2000" smtClean="0">
                <a:solidFill>
                  <a:schemeClr val="bg1"/>
                </a:solidFill>
              </a:rPr>
              <a:t>메뉴 추가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717" y="887766"/>
            <a:ext cx="7358105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1. </a:t>
            </a:r>
            <a:r>
              <a:rPr lang="en-US" altLang="ko-KR" sz="1600" smtClean="0"/>
              <a:t>[theme] &gt; [mildtheme] &gt; mildmenu.php </a:t>
            </a:r>
            <a:r>
              <a:rPr lang="ko-KR" altLang="en-US" sz="1600" smtClean="0"/>
              <a:t>에서 메뉴를 추가 할 수 있습니다</a:t>
            </a:r>
            <a:r>
              <a:rPr lang="en-US" altLang="ko-KR" sz="160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en-US" altLang="ko-KR" sz="1600"/>
              <a:t>t</a:t>
            </a:r>
            <a:r>
              <a:rPr lang="en-US" altLang="ko-KR" sz="1600" smtClean="0"/>
              <a:t>opmenu </a:t>
            </a:r>
            <a:r>
              <a:rPr lang="en-US" altLang="ko-KR" sz="1600"/>
              <a:t>–</a:t>
            </a:r>
            <a:r>
              <a:rPr lang="en-US" altLang="ko-KR" sz="1600" smtClean="0"/>
              <a:t> </a:t>
            </a:r>
            <a:r>
              <a:rPr lang="ko-KR" altLang="en-US" sz="1600" smtClean="0"/>
              <a:t>대메뉴 </a:t>
            </a:r>
            <a:r>
              <a:rPr lang="en-US" altLang="ko-KR" sz="1600" smtClean="0"/>
              <a:t>(</a:t>
            </a:r>
            <a:r>
              <a:rPr lang="ko-KR" altLang="en-US" sz="1600" smtClean="0"/>
              <a:t>메인메뉴</a:t>
            </a:r>
            <a:r>
              <a:rPr lang="en-US" altLang="ko-KR" sz="160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t</a:t>
            </a:r>
            <a:r>
              <a:rPr lang="en-US" altLang="ko-KR" sz="1600" smtClean="0"/>
              <a:t>opmenu_target – </a:t>
            </a:r>
            <a:r>
              <a:rPr lang="ko-KR" altLang="en-US" sz="1600" smtClean="0"/>
              <a:t>외부 사이트로 이동해야할 경우 </a:t>
            </a:r>
            <a:r>
              <a:rPr lang="en-US" altLang="ko-KR" sz="1600"/>
              <a:t>_</a:t>
            </a:r>
            <a:r>
              <a:rPr lang="en-US" altLang="ko-KR" sz="1600" smtClean="0"/>
              <a:t>blank </a:t>
            </a:r>
            <a:r>
              <a:rPr lang="ko-KR" altLang="en-US" sz="1600" smtClean="0"/>
              <a:t>로 변경</a:t>
            </a: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en-US" altLang="ko-KR" sz="1600"/>
              <a:t>t</a:t>
            </a:r>
            <a:r>
              <a:rPr lang="en-US" altLang="ko-KR" sz="1600" smtClean="0"/>
              <a:t>opmenu_tNum – </a:t>
            </a:r>
            <a:r>
              <a:rPr lang="ko-KR" altLang="en-US" sz="1600" smtClean="0"/>
              <a:t>대메뉴 순서</a:t>
            </a: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en-US" altLang="ko-KR" sz="1600"/>
              <a:t>t</a:t>
            </a:r>
            <a:r>
              <a:rPr lang="en-US" altLang="ko-KR" sz="1600" smtClean="0"/>
              <a:t>opmenu_sNum – </a:t>
            </a:r>
            <a:r>
              <a:rPr lang="ko-KR" altLang="en-US" sz="1600" smtClean="0"/>
              <a:t>서브메뉴 순서</a:t>
            </a:r>
            <a:endParaRPr lang="en-US" altLang="ko-KR" sz="1600" smtClean="0"/>
          </a:p>
          <a:p>
            <a:pPr>
              <a:lnSpc>
                <a:spcPct val="150000"/>
              </a:lnSpc>
            </a:pPr>
            <a:endParaRPr lang="en-US" altLang="ko-KR" sz="1600"/>
          </a:p>
          <a:p>
            <a:pPr>
              <a:lnSpc>
                <a:spcPct val="150000"/>
              </a:lnSpc>
            </a:pPr>
            <a:r>
              <a:rPr lang="en-US" altLang="ko-KR" sz="1600" smtClean="0"/>
              <a:t>----------------------------------------------------------------------</a:t>
            </a:r>
          </a:p>
          <a:p>
            <a:pPr>
              <a:lnSpc>
                <a:spcPct val="150000"/>
              </a:lnSpc>
            </a:pPr>
            <a:endParaRPr lang="en-US" altLang="ko-KR" sz="1600"/>
          </a:p>
          <a:p>
            <a:pPr>
              <a:lnSpc>
                <a:spcPct val="150000"/>
              </a:lnSpc>
            </a:pPr>
            <a:r>
              <a:rPr lang="en-US" altLang="ko-KR" sz="1600"/>
              <a:t>s</a:t>
            </a:r>
            <a:r>
              <a:rPr lang="en-US" altLang="ko-KR" sz="1600" smtClean="0"/>
              <a:t>ubmenu – </a:t>
            </a:r>
            <a:r>
              <a:rPr lang="ko-KR" altLang="en-US" sz="1600" smtClean="0"/>
              <a:t>소메뉴</a:t>
            </a:r>
            <a:r>
              <a:rPr lang="en-US" altLang="ko-KR" sz="1600" smtClean="0"/>
              <a:t>(</a:t>
            </a:r>
            <a:r>
              <a:rPr lang="ko-KR" altLang="en-US" sz="1600" smtClean="0"/>
              <a:t>서브메뉴</a:t>
            </a:r>
            <a:r>
              <a:rPr lang="en-US" altLang="ko-KR" sz="160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smtClean="0"/>
              <a:t>submenu_target </a:t>
            </a:r>
            <a:r>
              <a:rPr lang="en-US" altLang="ko-KR" sz="1600"/>
              <a:t>–</a:t>
            </a:r>
            <a:r>
              <a:rPr lang="en-US" altLang="ko-KR" sz="1600" smtClean="0"/>
              <a:t> </a:t>
            </a:r>
            <a:r>
              <a:rPr lang="ko-KR" altLang="en-US" sz="1600"/>
              <a:t>외부 사이트로 이동해야할 경우 </a:t>
            </a:r>
            <a:r>
              <a:rPr lang="en-US" altLang="ko-KR" sz="1600"/>
              <a:t>_blank </a:t>
            </a:r>
            <a:r>
              <a:rPr lang="ko-KR" altLang="en-US" sz="1600"/>
              <a:t>로 변경</a:t>
            </a:r>
            <a:endParaRPr lang="en-US" altLang="ko-KR" sz="1600"/>
          </a:p>
          <a:p>
            <a:pPr>
              <a:lnSpc>
                <a:spcPct val="150000"/>
              </a:lnSpc>
            </a:pPr>
            <a:r>
              <a:rPr lang="en-US" altLang="ko-KR" sz="1600" smtClean="0"/>
              <a:t>submenu_tNum – </a:t>
            </a:r>
            <a:r>
              <a:rPr lang="ko-KR" altLang="en-US" sz="1600" smtClean="0"/>
              <a:t>대메뉴 순서</a:t>
            </a: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en-US" altLang="ko-KR" sz="1600" smtClean="0"/>
              <a:t>submenu_sNum – </a:t>
            </a:r>
            <a:r>
              <a:rPr lang="ko-KR" altLang="en-US" sz="1600" smtClean="0"/>
              <a:t>서브메뉴 순서</a:t>
            </a:r>
            <a:endParaRPr lang="en-US" altLang="ko-KR" sz="160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822" y="1303283"/>
            <a:ext cx="4289637" cy="501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82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5540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03. </a:t>
            </a:r>
            <a:r>
              <a:rPr lang="ko-KR" altLang="en-US" sz="2000" smtClean="0">
                <a:solidFill>
                  <a:schemeClr val="bg1"/>
                </a:solidFill>
              </a:rPr>
              <a:t>서브 설정 </a:t>
            </a:r>
            <a:r>
              <a:rPr lang="en-US" altLang="ko-KR" sz="2000" smtClean="0">
                <a:solidFill>
                  <a:schemeClr val="bg1"/>
                </a:solidFill>
              </a:rPr>
              <a:t>/ </a:t>
            </a:r>
            <a:r>
              <a:rPr lang="ko-KR" altLang="en-US" sz="2000" smtClean="0">
                <a:solidFill>
                  <a:schemeClr val="bg1"/>
                </a:solidFill>
              </a:rPr>
              <a:t>서브 비주얼 이미지 </a:t>
            </a:r>
            <a:r>
              <a:rPr lang="en-US" altLang="ko-KR" sz="2000" smtClean="0">
                <a:solidFill>
                  <a:schemeClr val="bg1"/>
                </a:solidFill>
              </a:rPr>
              <a:t>/ </a:t>
            </a:r>
            <a:r>
              <a:rPr lang="ko-KR" altLang="en-US" sz="2000" smtClean="0">
                <a:solidFill>
                  <a:schemeClr val="bg1"/>
                </a:solidFill>
              </a:rPr>
              <a:t>서브 텍스트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717" y="887766"/>
            <a:ext cx="563006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1. </a:t>
            </a:r>
            <a:r>
              <a:rPr lang="ko-KR" altLang="en-US" sz="1600" smtClean="0"/>
              <a:t>서브 비주얼은 </a:t>
            </a:r>
            <a:r>
              <a:rPr lang="en-US" altLang="ko-KR" sz="1600" smtClean="0"/>
              <a:t>tNum</a:t>
            </a:r>
            <a:r>
              <a:rPr lang="ko-KR" altLang="en-US" sz="1600" smtClean="0"/>
              <a:t>의 숫자로 적용됩니다</a:t>
            </a:r>
            <a:r>
              <a:rPr lang="en-US" altLang="ko-KR" sz="160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ko-KR" altLang="en-US" sz="1600" smtClean="0"/>
              <a:t>예시</a:t>
            </a:r>
            <a:r>
              <a:rPr lang="en-US" altLang="ko-KR" sz="1600"/>
              <a:t>) $topmenu_tNum["</a:t>
            </a:r>
            <a:r>
              <a:rPr lang="ko-KR" altLang="en-US" sz="1600"/>
              <a:t>회사소개</a:t>
            </a:r>
            <a:r>
              <a:rPr lang="en-US" altLang="ko-KR" sz="1600"/>
              <a:t>"]="1</a:t>
            </a:r>
            <a:r>
              <a:rPr lang="en-US" altLang="ko-KR" sz="1600" smtClean="0"/>
              <a:t>"; 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 </a:t>
            </a:r>
            <a:r>
              <a:rPr lang="en-US" altLang="ko-KR" sz="1600" smtClean="0"/>
              <a:t>          tNum</a:t>
            </a:r>
            <a:r>
              <a:rPr lang="ko-KR" altLang="en-US" sz="1600" smtClean="0"/>
              <a:t>이 </a:t>
            </a:r>
            <a:r>
              <a:rPr lang="en-US" altLang="ko-KR" sz="1600" smtClean="0"/>
              <a:t>1</a:t>
            </a:r>
            <a:r>
              <a:rPr lang="ko-KR" altLang="en-US" sz="1600" smtClean="0"/>
              <a:t>일 경우</a:t>
            </a:r>
            <a:r>
              <a:rPr lang="en-US" altLang="ko-KR" sz="1600"/>
              <a:t> </a:t>
            </a:r>
            <a:r>
              <a:rPr lang="en-US" altLang="ko-KR" sz="1600" smtClean="0"/>
              <a:t>subvisual</a:t>
            </a:r>
            <a:r>
              <a:rPr lang="en-US" altLang="ko-KR" sz="1600" smtClean="0">
                <a:solidFill>
                  <a:srgbClr val="C00000"/>
                </a:solidFill>
              </a:rPr>
              <a:t>1</a:t>
            </a:r>
            <a:r>
              <a:rPr lang="en-US" altLang="ko-KR" sz="1600" smtClean="0"/>
              <a:t>.png </a:t>
            </a:r>
            <a:r>
              <a:rPr lang="ko-KR" altLang="en-US" sz="1600" smtClean="0"/>
              <a:t>가 적용됩니다</a:t>
            </a:r>
            <a:r>
              <a:rPr lang="en-US" altLang="ko-KR" sz="160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 </a:t>
            </a:r>
            <a:r>
              <a:rPr lang="en-US" altLang="ko-KR" sz="1600" smtClean="0"/>
              <a:t>          tNum</a:t>
            </a:r>
            <a:r>
              <a:rPr lang="ko-KR" altLang="en-US" sz="1600" smtClean="0"/>
              <a:t>이 </a:t>
            </a:r>
            <a:r>
              <a:rPr lang="en-US" altLang="ko-KR" sz="1600" smtClean="0"/>
              <a:t>2</a:t>
            </a:r>
            <a:r>
              <a:rPr lang="ko-KR" altLang="en-US" sz="1600" smtClean="0"/>
              <a:t>일 경우 </a:t>
            </a:r>
            <a:r>
              <a:rPr lang="en-US" altLang="ko-KR" sz="1600" smtClean="0"/>
              <a:t>subvisual</a:t>
            </a:r>
            <a:r>
              <a:rPr lang="en-US" altLang="ko-KR" sz="1600" smtClean="0">
                <a:solidFill>
                  <a:srgbClr val="C00000"/>
                </a:solidFill>
              </a:rPr>
              <a:t>2</a:t>
            </a:r>
            <a:r>
              <a:rPr lang="en-US" altLang="ko-KR" sz="1600" smtClean="0"/>
              <a:t>.png </a:t>
            </a:r>
            <a:r>
              <a:rPr lang="ko-KR" altLang="en-US" sz="1600"/>
              <a:t>가 </a:t>
            </a:r>
            <a:r>
              <a:rPr lang="ko-KR" altLang="en-US" sz="1600" smtClean="0"/>
              <a:t>적용됩니다</a:t>
            </a:r>
            <a:r>
              <a:rPr lang="en-US" altLang="ko-KR" sz="160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/>
          </a:p>
          <a:p>
            <a:pPr>
              <a:lnSpc>
                <a:spcPct val="150000"/>
              </a:lnSpc>
            </a:pPr>
            <a:r>
              <a:rPr lang="ko-KR" altLang="en-US" sz="1600" smtClean="0"/>
              <a:t>로그인</a:t>
            </a:r>
            <a:r>
              <a:rPr lang="en-US" altLang="ko-KR" sz="1600" smtClean="0"/>
              <a:t>, </a:t>
            </a:r>
            <a:r>
              <a:rPr lang="ko-KR" altLang="en-US" sz="1600" smtClean="0"/>
              <a:t>회원가입 등 페이지에서는</a:t>
            </a: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en-US" altLang="ko-KR" sz="1600" smtClean="0"/>
              <a:t>subvisual.png</a:t>
            </a:r>
            <a:r>
              <a:rPr lang="ko-KR" altLang="en-US" sz="1600" smtClean="0"/>
              <a:t>가 사용되고있습니다</a:t>
            </a:r>
            <a:r>
              <a:rPr lang="en-US" altLang="ko-KR" sz="1600" smtClean="0"/>
              <a:t>. </a:t>
            </a:r>
          </a:p>
          <a:p>
            <a:pPr>
              <a:lnSpc>
                <a:spcPct val="150000"/>
              </a:lnSpc>
            </a:pPr>
            <a:endParaRPr lang="en-US" altLang="ko-KR" sz="1600"/>
          </a:p>
          <a:p>
            <a:pPr>
              <a:lnSpc>
                <a:spcPct val="150000"/>
              </a:lnSpc>
            </a:pPr>
            <a:r>
              <a:rPr lang="en-US" altLang="ko-KR" sz="1600" smtClean="0"/>
              <a:t>2. </a:t>
            </a:r>
            <a:r>
              <a:rPr lang="ko-KR" altLang="en-US" sz="1600" smtClean="0"/>
              <a:t>서브 </a:t>
            </a:r>
            <a:r>
              <a:rPr lang="ko-KR" altLang="en-US" sz="1600"/>
              <a:t>비주얼 텍스트는 </a:t>
            </a:r>
            <a:r>
              <a:rPr lang="en-US" altLang="ko-KR" sz="1600"/>
              <a:t>sNum</a:t>
            </a:r>
            <a:r>
              <a:rPr lang="ko-KR" altLang="en-US" sz="1600"/>
              <a:t>에 작성된 텍스트가 출력됩니다</a:t>
            </a:r>
            <a:r>
              <a:rPr lang="en-US" altLang="ko-KR" sz="160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822" y="1303283"/>
            <a:ext cx="4289637" cy="501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6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1704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03. </a:t>
            </a:r>
            <a:r>
              <a:rPr lang="ko-KR" altLang="en-US" sz="2000" smtClean="0">
                <a:solidFill>
                  <a:schemeClr val="bg1"/>
                </a:solidFill>
              </a:rPr>
              <a:t>서브 설정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717" y="887766"/>
            <a:ext cx="685957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smtClean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1. </a:t>
            </a:r>
            <a:r>
              <a:rPr lang="ko-KR" altLang="en-US" sz="1600" smtClean="0">
                <a:solidFill>
                  <a:srgbClr val="C00000"/>
                </a:solidFill>
              </a:rPr>
              <a:t>서브 비주얼은 </a:t>
            </a:r>
            <a:r>
              <a:rPr lang="en-US" altLang="ko-KR" sz="1600" smtClean="0">
                <a:solidFill>
                  <a:srgbClr val="C00000"/>
                </a:solidFill>
              </a:rPr>
              <a:t>[tNum</a:t>
            </a:r>
            <a:r>
              <a:rPr lang="ko-KR" altLang="en-US" sz="1600" smtClean="0">
                <a:solidFill>
                  <a:srgbClr val="C00000"/>
                </a:solidFill>
              </a:rPr>
              <a:t>의 숫자</a:t>
            </a:r>
            <a:r>
              <a:rPr lang="en-US" altLang="ko-KR" sz="1600" smtClean="0">
                <a:solidFill>
                  <a:srgbClr val="C00000"/>
                </a:solidFill>
              </a:rPr>
              <a:t>]</a:t>
            </a:r>
            <a:r>
              <a:rPr lang="ko-KR" altLang="en-US" sz="1600" smtClean="0">
                <a:solidFill>
                  <a:srgbClr val="C00000"/>
                </a:solidFill>
              </a:rPr>
              <a:t>와 </a:t>
            </a:r>
            <a:r>
              <a:rPr lang="en-US" altLang="ko-KR" sz="1600" smtClean="0">
                <a:solidFill>
                  <a:srgbClr val="C00000"/>
                </a:solidFill>
              </a:rPr>
              <a:t>[</a:t>
            </a:r>
            <a:r>
              <a:rPr lang="ko-KR" altLang="en-US" sz="1600" smtClean="0">
                <a:solidFill>
                  <a:srgbClr val="C00000"/>
                </a:solidFill>
              </a:rPr>
              <a:t>페이지 메뉴명</a:t>
            </a:r>
            <a:r>
              <a:rPr lang="en-US" altLang="ko-KR" sz="1600" smtClean="0">
                <a:solidFill>
                  <a:srgbClr val="C00000"/>
                </a:solidFill>
              </a:rPr>
              <a:t>]</a:t>
            </a:r>
            <a:r>
              <a:rPr lang="ko-KR" altLang="en-US" sz="1600" smtClean="0">
                <a:solidFill>
                  <a:srgbClr val="C00000"/>
                </a:solidFill>
              </a:rPr>
              <a:t>이 일치해야 적용됩니다</a:t>
            </a:r>
            <a:r>
              <a:rPr lang="en-US" altLang="ko-KR" sz="1600" smtClean="0">
                <a:solidFill>
                  <a:srgbClr val="C00000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smtClean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2. </a:t>
            </a:r>
            <a:r>
              <a:rPr lang="en-US" altLang="ko-KR" sz="1600" smtClean="0">
                <a:solidFill>
                  <a:srgbClr val="C00000"/>
                </a:solidFill>
              </a:rPr>
              <a:t>Mildmenu</a:t>
            </a:r>
            <a:r>
              <a:rPr lang="ko-KR" altLang="en-US" sz="1600" smtClean="0">
                <a:solidFill>
                  <a:srgbClr val="C00000"/>
                </a:solidFill>
              </a:rPr>
              <a:t>에서 작성한 메뉴명과 페이지 안의 </a:t>
            </a:r>
            <a:r>
              <a:rPr lang="en-US" altLang="ko-KR" sz="1600" smtClean="0">
                <a:solidFill>
                  <a:srgbClr val="C00000"/>
                </a:solidFill>
              </a:rPr>
              <a:t>tNum</a:t>
            </a:r>
            <a:r>
              <a:rPr lang="ko-KR" altLang="en-US" sz="1600" smtClean="0">
                <a:solidFill>
                  <a:srgbClr val="C00000"/>
                </a:solidFill>
              </a:rPr>
              <a:t>이 일치 해야합니다</a:t>
            </a:r>
            <a:r>
              <a:rPr lang="en-US" altLang="ko-KR" sz="1600" smtClean="0">
                <a:solidFill>
                  <a:srgbClr val="C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smtClean="0">
                <a:solidFill>
                  <a:srgbClr val="C00000"/>
                </a:solidFill>
              </a:rPr>
              <a:t> </a:t>
            </a:r>
            <a:endParaRPr lang="en-US" altLang="ko-KR" sz="160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smtClean="0"/>
              <a:t>예시</a:t>
            </a:r>
            <a:r>
              <a:rPr lang="en-US" altLang="ko-KR" sz="1600"/>
              <a:t>) $topmenu_tNum["</a:t>
            </a:r>
            <a:r>
              <a:rPr lang="ko-KR" altLang="en-US" sz="1600"/>
              <a:t>회사소개</a:t>
            </a:r>
            <a:r>
              <a:rPr lang="en-US" altLang="ko-KR" sz="1600"/>
              <a:t>"]="1</a:t>
            </a:r>
            <a:r>
              <a:rPr lang="en-US" altLang="ko-KR" sz="1600" smtClean="0"/>
              <a:t>"; 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           </a:t>
            </a: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en-US" altLang="ko-KR" sz="1600" smtClean="0"/>
              <a:t>           $</a:t>
            </a:r>
            <a:r>
              <a:rPr lang="en-US" altLang="ko-KR" sz="1600"/>
              <a:t>tNum="</a:t>
            </a:r>
            <a:r>
              <a:rPr lang="ko-KR" altLang="en-US" sz="1600"/>
              <a:t>회사소개</a:t>
            </a:r>
            <a:r>
              <a:rPr lang="en-US" altLang="ko-KR" sz="1600" smtClean="0"/>
              <a:t>";  </a:t>
            </a:r>
          </a:p>
          <a:p>
            <a:pPr>
              <a:lnSpc>
                <a:spcPct val="150000"/>
              </a:lnSpc>
            </a:pPr>
            <a:endParaRPr lang="en-US" altLang="ko-KR" sz="1600"/>
          </a:p>
          <a:p>
            <a:pPr>
              <a:lnSpc>
                <a:spcPct val="150000"/>
              </a:lnSpc>
            </a:pPr>
            <a:r>
              <a:rPr lang="en-US" altLang="ko-KR" sz="1600"/>
              <a:t> </a:t>
            </a:r>
            <a:r>
              <a:rPr lang="en-US" altLang="ko-KR" sz="1600" smtClean="0"/>
              <a:t>          tNum</a:t>
            </a:r>
            <a:r>
              <a:rPr lang="ko-KR" altLang="en-US" sz="1600" smtClean="0"/>
              <a:t>이 </a:t>
            </a:r>
            <a:r>
              <a:rPr lang="en-US" altLang="ko-KR" sz="1600" smtClean="0"/>
              <a:t>1</a:t>
            </a:r>
            <a:r>
              <a:rPr lang="ko-KR" altLang="en-US" sz="1600" smtClean="0"/>
              <a:t>일 경우</a:t>
            </a:r>
            <a:r>
              <a:rPr lang="en-US" altLang="ko-KR" sz="1600"/>
              <a:t> </a:t>
            </a:r>
            <a:r>
              <a:rPr lang="en-US" altLang="ko-KR" sz="1600" smtClean="0"/>
              <a:t>subvisual</a:t>
            </a:r>
            <a:r>
              <a:rPr lang="en-US" altLang="ko-KR" sz="1600" smtClean="0">
                <a:solidFill>
                  <a:srgbClr val="C00000"/>
                </a:solidFill>
              </a:rPr>
              <a:t>1</a:t>
            </a:r>
            <a:r>
              <a:rPr lang="en-US" altLang="ko-KR" sz="1600" smtClean="0"/>
              <a:t>.png </a:t>
            </a:r>
            <a:r>
              <a:rPr lang="ko-KR" altLang="en-US" sz="1600" smtClean="0"/>
              <a:t>가 적용됩니다</a:t>
            </a:r>
            <a:r>
              <a:rPr lang="en-US" altLang="ko-KR" sz="160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 </a:t>
            </a:r>
            <a:r>
              <a:rPr lang="en-US" altLang="ko-KR" sz="1600" smtClean="0"/>
              <a:t>          tNum</a:t>
            </a:r>
            <a:r>
              <a:rPr lang="ko-KR" altLang="en-US" sz="1600" smtClean="0"/>
              <a:t>이 </a:t>
            </a:r>
            <a:r>
              <a:rPr lang="en-US" altLang="ko-KR" sz="1600" smtClean="0"/>
              <a:t>2</a:t>
            </a:r>
            <a:r>
              <a:rPr lang="ko-KR" altLang="en-US" sz="1600" smtClean="0"/>
              <a:t>일 경우 </a:t>
            </a:r>
            <a:r>
              <a:rPr lang="en-US" altLang="ko-KR" sz="1600" smtClean="0"/>
              <a:t>subvisual</a:t>
            </a:r>
            <a:r>
              <a:rPr lang="en-US" altLang="ko-KR" sz="1600" smtClean="0">
                <a:solidFill>
                  <a:srgbClr val="C00000"/>
                </a:solidFill>
              </a:rPr>
              <a:t>2</a:t>
            </a:r>
            <a:r>
              <a:rPr lang="en-US" altLang="ko-KR" sz="1600" smtClean="0"/>
              <a:t>.png </a:t>
            </a:r>
            <a:r>
              <a:rPr lang="ko-KR" altLang="en-US" sz="1600"/>
              <a:t>가 </a:t>
            </a:r>
            <a:r>
              <a:rPr lang="ko-KR" altLang="en-US" sz="1600" smtClean="0"/>
              <a:t>적용됩니다</a:t>
            </a:r>
            <a:r>
              <a:rPr lang="en-US" altLang="ko-KR" sz="1600" smtClean="0"/>
              <a:t>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372" y="887766"/>
            <a:ext cx="3964680" cy="463379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552" y="4978967"/>
            <a:ext cx="3257550" cy="156210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840270" y="5644055"/>
            <a:ext cx="1639614" cy="75674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998372" y="1823545"/>
            <a:ext cx="3752194" cy="82506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등호 8"/>
          <p:cNvSpPr/>
          <p:nvPr/>
        </p:nvSpPr>
        <p:spPr>
          <a:xfrm>
            <a:off x="3730011" y="2969172"/>
            <a:ext cx="420414" cy="157655"/>
          </a:xfrm>
          <a:prstGeom prst="mathEqua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50425" y="2863333"/>
            <a:ext cx="145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>
                <a:solidFill>
                  <a:srgbClr val="C00000"/>
                </a:solidFill>
              </a:rPr>
              <a:t>일치</a:t>
            </a:r>
            <a:endParaRPr lang="ko-KR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08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3509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03. </a:t>
            </a:r>
            <a:r>
              <a:rPr lang="ko-KR" altLang="en-US" sz="2000" smtClean="0">
                <a:solidFill>
                  <a:schemeClr val="bg1"/>
                </a:solidFill>
              </a:rPr>
              <a:t>서브 설정 </a:t>
            </a:r>
            <a:r>
              <a:rPr lang="en-US" altLang="ko-KR" sz="2000" smtClean="0">
                <a:solidFill>
                  <a:schemeClr val="bg1"/>
                </a:solidFill>
              </a:rPr>
              <a:t>– </a:t>
            </a:r>
            <a:r>
              <a:rPr lang="ko-KR" altLang="en-US" sz="2000" smtClean="0">
                <a:solidFill>
                  <a:schemeClr val="bg1"/>
                </a:solidFill>
              </a:rPr>
              <a:t>게시판일 경우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717" y="887766"/>
            <a:ext cx="6705682" cy="50321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smtClean="0">
                <a:solidFill>
                  <a:srgbClr val="C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rPr>
              <a:t>1. </a:t>
            </a:r>
            <a:r>
              <a:rPr lang="ko-KR" altLang="en-US" sz="1600" smtClean="0">
                <a:solidFill>
                  <a:srgbClr val="C00000"/>
                </a:solidFill>
              </a:rPr>
              <a:t>서브 비주얼은 </a:t>
            </a:r>
            <a:r>
              <a:rPr lang="en-US" altLang="ko-KR" sz="1600" smtClean="0">
                <a:solidFill>
                  <a:srgbClr val="C00000"/>
                </a:solidFill>
              </a:rPr>
              <a:t>[tNum</a:t>
            </a:r>
            <a:r>
              <a:rPr lang="ko-KR" altLang="en-US" sz="1600" smtClean="0">
                <a:solidFill>
                  <a:srgbClr val="C00000"/>
                </a:solidFill>
              </a:rPr>
              <a:t>의 숫자</a:t>
            </a:r>
            <a:r>
              <a:rPr lang="en-US" altLang="ko-KR" sz="1600" smtClean="0">
                <a:solidFill>
                  <a:srgbClr val="C00000"/>
                </a:solidFill>
              </a:rPr>
              <a:t>]</a:t>
            </a:r>
            <a:r>
              <a:rPr lang="ko-KR" altLang="en-US" sz="1600" smtClean="0">
                <a:solidFill>
                  <a:srgbClr val="C00000"/>
                </a:solidFill>
              </a:rPr>
              <a:t>와 </a:t>
            </a:r>
            <a:r>
              <a:rPr lang="en-US" altLang="ko-KR" sz="1600" smtClean="0">
                <a:solidFill>
                  <a:srgbClr val="C00000"/>
                </a:solidFill>
              </a:rPr>
              <a:t>[</a:t>
            </a:r>
            <a:r>
              <a:rPr lang="ko-KR" altLang="en-US" sz="1600" smtClean="0">
                <a:solidFill>
                  <a:srgbClr val="C00000"/>
                </a:solidFill>
              </a:rPr>
              <a:t>페이지 메뉴명</a:t>
            </a:r>
            <a:r>
              <a:rPr lang="en-US" altLang="ko-KR" sz="1600" smtClean="0">
                <a:solidFill>
                  <a:srgbClr val="C00000"/>
                </a:solidFill>
              </a:rPr>
              <a:t>]</a:t>
            </a:r>
            <a:r>
              <a:rPr lang="ko-KR" altLang="en-US" sz="1600" smtClean="0">
                <a:solidFill>
                  <a:srgbClr val="C00000"/>
                </a:solidFill>
              </a:rPr>
              <a:t>이 일치해야 적용됩니다</a:t>
            </a:r>
            <a:r>
              <a:rPr lang="en-US" altLang="ko-KR" sz="1600" smtClean="0">
                <a:solidFill>
                  <a:srgbClr val="C00000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mtClean="0"/>
              <a:t>게시판은 일반 페이지 처럼 </a:t>
            </a:r>
            <a:r>
              <a:rPr lang="en-US" altLang="ko-KR" smtClean="0"/>
              <a:t>tNum</a:t>
            </a:r>
            <a:r>
              <a:rPr lang="ko-KR" altLang="en-US" smtClean="0"/>
              <a:t>을 작성할 수 없기에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en-US" altLang="ko-KR" smtClean="0"/>
              <a:t>Mildmenu</a:t>
            </a:r>
            <a:r>
              <a:rPr lang="ko-KR" altLang="en-US" smtClean="0"/>
              <a:t>의 밑쪽 예시를 참고하여 작성하시면 됩니다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mtClean="0"/>
              <a:t>Bo_table ==  “</a:t>
            </a:r>
            <a:r>
              <a:rPr lang="ko-KR" altLang="en-US" smtClean="0"/>
              <a:t>관리자 페이지에서 만든 게시판 </a:t>
            </a:r>
            <a:r>
              <a:rPr lang="en-US" altLang="ko-KR" smtClean="0"/>
              <a:t>table </a:t>
            </a:r>
            <a:r>
              <a:rPr lang="ko-KR" altLang="en-US" smtClean="0"/>
              <a:t>이름</a:t>
            </a:r>
            <a:r>
              <a:rPr lang="en-US" altLang="ko-KR" smtClean="0"/>
              <a:t>”</a:t>
            </a:r>
          </a:p>
          <a:p>
            <a:pPr>
              <a:lnSpc>
                <a:spcPct val="150000"/>
              </a:lnSpc>
            </a:pPr>
            <a:r>
              <a:rPr lang="ko-KR" altLang="en-US" sz="1600" smtClean="0">
                <a:solidFill>
                  <a:srgbClr val="C00000"/>
                </a:solidFill>
              </a:rPr>
              <a:t> </a:t>
            </a:r>
            <a:endParaRPr lang="en-US" altLang="ko-KR" sz="160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smtClean="0"/>
              <a:t>예시</a:t>
            </a:r>
            <a:r>
              <a:rPr lang="en-US" altLang="ko-KR" sz="1600"/>
              <a:t>) $topmenu_tNum</a:t>
            </a:r>
            <a:r>
              <a:rPr lang="en-US" altLang="ko-KR" sz="1600" smtClean="0"/>
              <a:t>["</a:t>
            </a:r>
            <a:r>
              <a:rPr lang="ko-KR" altLang="en-US" sz="1600" smtClean="0"/>
              <a:t>고객센터</a:t>
            </a:r>
            <a:r>
              <a:rPr lang="en-US" altLang="ko-KR" sz="1600" smtClean="0"/>
              <a:t>"]=“5"; 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           </a:t>
            </a:r>
            <a:endParaRPr lang="en-US" altLang="ko-KR" sz="1600" smtClean="0"/>
          </a:p>
          <a:p>
            <a:pPr>
              <a:lnSpc>
                <a:spcPct val="150000"/>
              </a:lnSpc>
            </a:pPr>
            <a:r>
              <a:rPr lang="en-US" altLang="ko-KR" sz="1600"/>
              <a:t>           bo_table=="notice"</a:t>
            </a:r>
          </a:p>
          <a:p>
            <a:pPr>
              <a:lnSpc>
                <a:spcPct val="150000"/>
              </a:lnSpc>
            </a:pPr>
            <a:r>
              <a:rPr lang="en-US" altLang="ko-KR" sz="1600" smtClean="0"/>
              <a:t>           $</a:t>
            </a:r>
            <a:r>
              <a:rPr lang="en-US" altLang="ko-KR" sz="1600"/>
              <a:t>tNum</a:t>
            </a:r>
            <a:r>
              <a:rPr lang="en-US" altLang="ko-KR" sz="1600" smtClean="0"/>
              <a:t>="</a:t>
            </a:r>
            <a:r>
              <a:rPr lang="ko-KR" altLang="en-US" sz="1600"/>
              <a:t> 고객센터 </a:t>
            </a:r>
            <a:r>
              <a:rPr lang="en-US" altLang="ko-KR" sz="1600" smtClean="0"/>
              <a:t>";  </a:t>
            </a:r>
          </a:p>
          <a:p>
            <a:pPr>
              <a:lnSpc>
                <a:spcPct val="150000"/>
              </a:lnSpc>
            </a:pPr>
            <a:endParaRPr lang="en-US" altLang="ko-KR" sz="1600"/>
          </a:p>
          <a:p>
            <a:pPr>
              <a:lnSpc>
                <a:spcPct val="150000"/>
              </a:lnSpc>
            </a:pPr>
            <a:r>
              <a:rPr lang="en-US" altLang="ko-KR" sz="1600"/>
              <a:t> </a:t>
            </a:r>
            <a:r>
              <a:rPr lang="en-US" altLang="ko-KR" sz="1600" smtClean="0"/>
              <a:t>          tNum</a:t>
            </a:r>
            <a:r>
              <a:rPr lang="ko-KR" altLang="en-US" sz="1600" smtClean="0"/>
              <a:t>이 </a:t>
            </a:r>
            <a:r>
              <a:rPr lang="en-US" altLang="ko-KR" sz="1600" smtClean="0"/>
              <a:t>1</a:t>
            </a:r>
            <a:r>
              <a:rPr lang="ko-KR" altLang="en-US" sz="1600" smtClean="0"/>
              <a:t>일 경우</a:t>
            </a:r>
            <a:r>
              <a:rPr lang="en-US" altLang="ko-KR" sz="1600"/>
              <a:t> </a:t>
            </a:r>
            <a:r>
              <a:rPr lang="en-US" altLang="ko-KR" sz="1600" smtClean="0"/>
              <a:t>subvisual</a:t>
            </a:r>
            <a:r>
              <a:rPr lang="en-US" altLang="ko-KR" sz="1600" smtClean="0">
                <a:solidFill>
                  <a:srgbClr val="C00000"/>
                </a:solidFill>
              </a:rPr>
              <a:t>1</a:t>
            </a:r>
            <a:r>
              <a:rPr lang="en-US" altLang="ko-KR" sz="1600" smtClean="0"/>
              <a:t>.png </a:t>
            </a:r>
            <a:r>
              <a:rPr lang="ko-KR" altLang="en-US" sz="1600" smtClean="0"/>
              <a:t>가 적용됩니다</a:t>
            </a:r>
            <a:r>
              <a:rPr lang="en-US" altLang="ko-KR" sz="160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/>
              <a:t> </a:t>
            </a:r>
            <a:r>
              <a:rPr lang="en-US" altLang="ko-KR" sz="1600" smtClean="0"/>
              <a:t>          tNum</a:t>
            </a:r>
            <a:r>
              <a:rPr lang="ko-KR" altLang="en-US" sz="1600" smtClean="0"/>
              <a:t>이 </a:t>
            </a:r>
            <a:r>
              <a:rPr lang="en-US" altLang="ko-KR" sz="1600" smtClean="0"/>
              <a:t>2</a:t>
            </a:r>
            <a:r>
              <a:rPr lang="ko-KR" altLang="en-US" sz="1600" smtClean="0"/>
              <a:t>일 경우 </a:t>
            </a:r>
            <a:r>
              <a:rPr lang="en-US" altLang="ko-KR" sz="1600" smtClean="0"/>
              <a:t>subvisual</a:t>
            </a:r>
            <a:r>
              <a:rPr lang="en-US" altLang="ko-KR" sz="1600" smtClean="0">
                <a:solidFill>
                  <a:srgbClr val="C00000"/>
                </a:solidFill>
              </a:rPr>
              <a:t>2</a:t>
            </a:r>
            <a:r>
              <a:rPr lang="en-US" altLang="ko-KR" sz="1600" smtClean="0"/>
              <a:t>.png </a:t>
            </a:r>
            <a:r>
              <a:rPr lang="ko-KR" altLang="en-US" sz="1600"/>
              <a:t>가 </a:t>
            </a:r>
            <a:r>
              <a:rPr lang="ko-KR" altLang="en-US" sz="1600" smtClean="0"/>
              <a:t>적용됩니다</a:t>
            </a:r>
            <a:r>
              <a:rPr lang="en-US" altLang="ko-KR" sz="1600" smtClean="0"/>
              <a:t>.</a:t>
            </a:r>
          </a:p>
        </p:txBody>
      </p:sp>
      <p:sp>
        <p:nvSpPr>
          <p:cNvPr id="9" name="등호 8"/>
          <p:cNvSpPr/>
          <p:nvPr/>
        </p:nvSpPr>
        <p:spPr>
          <a:xfrm>
            <a:off x="3730011" y="3785065"/>
            <a:ext cx="420414" cy="157655"/>
          </a:xfrm>
          <a:prstGeom prst="mathEqua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50425" y="3679226"/>
            <a:ext cx="145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>
                <a:solidFill>
                  <a:srgbClr val="C00000"/>
                </a:solidFill>
              </a:rPr>
              <a:t>일치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226" y="966952"/>
            <a:ext cx="1967771" cy="547490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8875226" y="1057024"/>
            <a:ext cx="1664729" cy="81589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170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2443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04. </a:t>
            </a:r>
            <a:r>
              <a:rPr lang="ko-KR" altLang="en-US" sz="2000" smtClean="0">
                <a:solidFill>
                  <a:schemeClr val="bg1"/>
                </a:solidFill>
              </a:rPr>
              <a:t>게시판 추가하기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717" y="887766"/>
            <a:ext cx="452239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mtClean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01. </a:t>
            </a:r>
            <a:r>
              <a:rPr lang="en-US" altLang="ko-KR" smtClean="0"/>
              <a:t>[</a:t>
            </a:r>
            <a:r>
              <a:rPr lang="ko-KR" altLang="en-US" smtClean="0"/>
              <a:t>관리자</a:t>
            </a:r>
            <a:r>
              <a:rPr lang="en-US" altLang="ko-KR" smtClean="0"/>
              <a:t>] &gt; [</a:t>
            </a:r>
            <a:r>
              <a:rPr lang="ko-KR" altLang="en-US" smtClean="0"/>
              <a:t>게시판관리</a:t>
            </a:r>
            <a:r>
              <a:rPr lang="en-US" altLang="ko-KR" smtClean="0"/>
              <a:t>] &gt; [</a:t>
            </a:r>
            <a:r>
              <a:rPr lang="ko-KR" altLang="en-US" smtClean="0"/>
              <a:t>게시판 추가</a:t>
            </a:r>
            <a:r>
              <a:rPr lang="en-US" altLang="ko-KR" smtClean="0"/>
              <a:t>]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7" y="1657134"/>
            <a:ext cx="10719453" cy="2635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0717" y="4413268"/>
            <a:ext cx="668324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mtClean="0"/>
              <a:t>메인에 출력되는 게시판은 기본 생성되는 </a:t>
            </a:r>
            <a:r>
              <a:rPr lang="en-US" altLang="ko-KR" smtClean="0"/>
              <a:t>gallery / notice </a:t>
            </a:r>
            <a:r>
              <a:rPr lang="ko-KR" altLang="en-US" smtClean="0"/>
              <a:t>입니다</a:t>
            </a:r>
            <a:r>
              <a:rPr lang="en-US" altLang="ko-KR" smtClean="0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061" y="5041769"/>
            <a:ext cx="58674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99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2443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04. </a:t>
            </a:r>
            <a:r>
              <a:rPr lang="ko-KR" altLang="en-US" sz="2000" smtClean="0">
                <a:solidFill>
                  <a:schemeClr val="bg1"/>
                </a:solidFill>
              </a:rPr>
              <a:t>게시판 추가하기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717" y="887766"/>
            <a:ext cx="527740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mtClean="0"/>
              <a:t>02. </a:t>
            </a:r>
            <a:r>
              <a:rPr lang="ko-KR" altLang="en-US" smtClean="0"/>
              <a:t>게시판 스킨명을 </a:t>
            </a:r>
            <a:r>
              <a:rPr lang="en-US" altLang="ko-KR" smtClean="0"/>
              <a:t>(</a:t>
            </a:r>
            <a:r>
              <a:rPr lang="ko-KR" altLang="en-US" smtClean="0"/>
              <a:t>테마</a:t>
            </a:r>
            <a:r>
              <a:rPr lang="en-US" altLang="ko-KR" smtClean="0"/>
              <a:t>) ******</a:t>
            </a:r>
            <a:r>
              <a:rPr lang="ko-KR" altLang="en-US" smtClean="0"/>
              <a:t>로 지정해주세요</a:t>
            </a:r>
            <a:r>
              <a:rPr lang="en-US" altLang="ko-KR" smtClean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717" y="3497703"/>
            <a:ext cx="57358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mtClean="0"/>
              <a:t>게시판 </a:t>
            </a:r>
            <a:r>
              <a:rPr lang="en-US" altLang="ko-KR" smtClean="0"/>
              <a:t>TABLE</a:t>
            </a:r>
            <a:r>
              <a:rPr lang="ko-KR" altLang="en-US" smtClean="0"/>
              <a:t>명</a:t>
            </a:r>
            <a:r>
              <a:rPr lang="ko-KR" altLang="en-US"/>
              <a:t>을</a:t>
            </a:r>
            <a:r>
              <a:rPr lang="en-US" altLang="ko-KR" smtClean="0"/>
              <a:t> mildmenu </a:t>
            </a:r>
            <a:r>
              <a:rPr lang="ko-KR" altLang="en-US" smtClean="0"/>
              <a:t>에 입력해주시면 됩니다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mtClean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ko-KR" altLang="en-US" smtClean="0">
                <a:solidFill>
                  <a:schemeClr val="accent1">
                    <a:lumMod val="75000"/>
                  </a:schemeClr>
                </a:solidFill>
              </a:rPr>
              <a:t>서브설정 </a:t>
            </a:r>
            <a:r>
              <a:rPr lang="en-US" altLang="ko-KR" smtClean="0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lang="ko-KR" altLang="en-US" smtClean="0">
                <a:solidFill>
                  <a:schemeClr val="accent1">
                    <a:lumMod val="75000"/>
                  </a:schemeClr>
                </a:solidFill>
              </a:rPr>
              <a:t>게시판일 경우</a:t>
            </a:r>
            <a:r>
              <a:rPr lang="en-US" altLang="ko-KR" smtClean="0">
                <a:solidFill>
                  <a:schemeClr val="accent1">
                    <a:lumMod val="75000"/>
                  </a:schemeClr>
                </a:solidFill>
              </a:rPr>
              <a:t>]</a:t>
            </a:r>
            <a:r>
              <a:rPr lang="ko-KR" altLang="en-US" smtClean="0">
                <a:solidFill>
                  <a:schemeClr val="accent1">
                    <a:lumMod val="75000"/>
                  </a:schemeClr>
                </a:solidFill>
              </a:rPr>
              <a:t>를 참고해주세요</a:t>
            </a:r>
            <a:r>
              <a:rPr lang="en-US" altLang="ko-KR" smtClean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11" y="1527174"/>
            <a:ext cx="5867400" cy="167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0717" y="4636220"/>
            <a:ext cx="40815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mtClean="0"/>
              <a:t>03. </a:t>
            </a:r>
            <a:r>
              <a:rPr lang="ko-KR" altLang="en-US" smtClean="0"/>
              <a:t>게시판</a:t>
            </a:r>
            <a:r>
              <a:rPr lang="en-US" altLang="ko-KR"/>
              <a:t> </a:t>
            </a:r>
            <a:r>
              <a:rPr lang="ko-KR" altLang="en-US" smtClean="0"/>
              <a:t>포인트 </a:t>
            </a:r>
            <a:r>
              <a:rPr lang="en-US" altLang="ko-KR" smtClean="0"/>
              <a:t>0</a:t>
            </a:r>
            <a:r>
              <a:rPr lang="ko-KR" altLang="en-US" smtClean="0"/>
              <a:t>으로 수정해주세요</a:t>
            </a:r>
            <a:r>
              <a:rPr lang="en-US" altLang="ko-KR" smtClean="0"/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1010" y="1604596"/>
            <a:ext cx="1724025" cy="49149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9346223" y="3894992"/>
            <a:ext cx="2110154" cy="41323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78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3001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04. </a:t>
            </a:r>
            <a:r>
              <a:rPr lang="ko-KR" altLang="en-US" sz="2000" smtClean="0">
                <a:solidFill>
                  <a:schemeClr val="bg1"/>
                </a:solidFill>
              </a:rPr>
              <a:t>게시판 분류사용하기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2955" y="3394844"/>
            <a:ext cx="2986715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mtClean="0"/>
              <a:t>| </a:t>
            </a:r>
            <a:r>
              <a:rPr lang="ko-KR" altLang="en-US" smtClean="0"/>
              <a:t>로 분류를 구분해주세요</a:t>
            </a:r>
            <a:r>
              <a:rPr lang="en-US" altLang="ko-KR" smtClean="0"/>
              <a:t>. </a:t>
            </a:r>
            <a:endParaRPr lang="en-US" altLang="ko-KR"/>
          </a:p>
          <a:p>
            <a:pPr>
              <a:lnSpc>
                <a:spcPct val="150000"/>
              </a:lnSpc>
            </a:pP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사용 체크를 해주셔야합니다</a:t>
            </a:r>
            <a:r>
              <a:rPr lang="en-US" altLang="ko-KR" smtClean="0"/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55" y="1077424"/>
            <a:ext cx="8048625" cy="113347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655777" y="1538654"/>
            <a:ext cx="852854" cy="67224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109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3055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04. </a:t>
            </a:r>
            <a:r>
              <a:rPr lang="ko-KR" altLang="en-US" sz="2000" smtClean="0">
                <a:solidFill>
                  <a:schemeClr val="bg1"/>
                </a:solidFill>
              </a:rPr>
              <a:t>게시판 별 썸네일 크기</a:t>
            </a:r>
            <a:endParaRPr lang="ko-KR" altLang="en-US" sz="2000">
              <a:solidFill>
                <a:schemeClr val="bg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55" y="887766"/>
            <a:ext cx="6396275" cy="21462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2955" y="3394844"/>
            <a:ext cx="7657866" cy="2169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mtClean="0"/>
              <a:t>갤러리 게시판만 해당됩니다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mtClean="0"/>
              <a:t>[</a:t>
            </a:r>
            <a:r>
              <a:rPr lang="ko-KR" altLang="en-US" smtClean="0"/>
              <a:t>관리자</a:t>
            </a:r>
            <a:r>
              <a:rPr lang="en-US" altLang="ko-KR" smtClean="0"/>
              <a:t>] &gt; [</a:t>
            </a:r>
            <a:r>
              <a:rPr lang="ko-KR" altLang="en-US" smtClean="0"/>
              <a:t>게시판관리</a:t>
            </a:r>
            <a:r>
              <a:rPr lang="en-US" altLang="ko-KR" smtClean="0"/>
              <a:t>] &gt; [</a:t>
            </a:r>
            <a:r>
              <a:rPr lang="ko-KR" altLang="en-US" smtClean="0"/>
              <a:t>수정하고자 하는 게시판</a:t>
            </a:r>
            <a:r>
              <a:rPr lang="en-US" altLang="ko-KR" smtClean="0"/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갤러리 이미지수</a:t>
            </a:r>
            <a:r>
              <a:rPr lang="en-US" altLang="ko-KR" smtClean="0"/>
              <a:t>, </a:t>
            </a:r>
            <a:r>
              <a:rPr lang="ko-KR" altLang="en-US" smtClean="0"/>
              <a:t>갤러리 이미지 폭</a:t>
            </a:r>
            <a:r>
              <a:rPr lang="en-US" altLang="ko-KR" smtClean="0"/>
              <a:t>, </a:t>
            </a:r>
            <a:r>
              <a:rPr lang="ko-KR" altLang="en-US" smtClean="0"/>
              <a:t>갤러리 이미지 높이를 변경하시면 됩니다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 smtClean="0"/>
              <a:t>갤러리 이미지 수는 </a:t>
            </a:r>
            <a:r>
              <a:rPr lang="en-US" altLang="ko-KR" smtClean="0"/>
              <a:t>2~5</a:t>
            </a:r>
            <a:r>
              <a:rPr lang="ko-KR" altLang="en-US" smtClean="0"/>
              <a:t>까지 반응형 지원됩니다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8037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04. </a:t>
            </a:r>
            <a:r>
              <a:rPr lang="ko-KR" altLang="en-US" sz="2000" smtClean="0">
                <a:solidFill>
                  <a:schemeClr val="bg1"/>
                </a:solidFill>
              </a:rPr>
              <a:t>게시판 권한 설정</a:t>
            </a:r>
            <a:endParaRPr lang="ko-KR" altLang="en-US" sz="2000">
              <a:solidFill>
                <a:schemeClr val="bg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705" y="984739"/>
            <a:ext cx="5299569" cy="5502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0717" y="822187"/>
            <a:ext cx="557235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mtClean="0"/>
              <a:t>권한 </a:t>
            </a:r>
            <a:r>
              <a:rPr lang="en-US" altLang="ko-KR" smtClean="0"/>
              <a:t>1</a:t>
            </a:r>
            <a:r>
              <a:rPr lang="ko-KR" altLang="en-US" smtClean="0"/>
              <a:t>은 비회원 </a:t>
            </a:r>
            <a:r>
              <a:rPr lang="en-US" altLang="ko-KR" smtClean="0"/>
              <a:t>/ 2</a:t>
            </a:r>
            <a:r>
              <a:rPr lang="ko-KR" altLang="en-US" smtClean="0"/>
              <a:t>는 회원이상입니다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최고 관리자는 권한 </a:t>
            </a:r>
            <a:r>
              <a:rPr lang="en-US" altLang="ko-KR" smtClean="0"/>
              <a:t>10</a:t>
            </a:r>
            <a:r>
              <a:rPr lang="ko-KR" altLang="en-US" smtClean="0"/>
              <a:t>을 가집니다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 smtClean="0"/>
              <a:t>문의 게시판이 아닌 일반적인 게시판들은 글쓰기 권한을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en-US" altLang="ko-KR" smtClean="0"/>
              <a:t>2</a:t>
            </a:r>
            <a:r>
              <a:rPr lang="ko-KR" altLang="en-US" smtClean="0"/>
              <a:t>이상으로 주셔야 무분별한 글 업로드가 되지 않습니다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필요에 따라 댓글쓰기</a:t>
            </a:r>
            <a:r>
              <a:rPr lang="en-US" altLang="ko-KR" smtClean="0"/>
              <a:t>, </a:t>
            </a:r>
            <a:r>
              <a:rPr lang="ko-KR" altLang="en-US" smtClean="0"/>
              <a:t>글답변 등 권한을 조절해주세요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2748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250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04. </a:t>
            </a:r>
            <a:r>
              <a:rPr lang="ko-KR" altLang="en-US" sz="2000" smtClean="0">
                <a:solidFill>
                  <a:schemeClr val="bg1"/>
                </a:solidFill>
              </a:rPr>
              <a:t>게시판 권한 설정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717" y="822187"/>
            <a:ext cx="6285695" cy="3831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mtClean="0"/>
              <a:t>문의 게시판의 경우 비회원도 글을 작성할수있게 되어있습니다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글쓰기 권한은 꼭 </a:t>
            </a:r>
            <a:r>
              <a:rPr lang="en-US" altLang="ko-KR" smtClean="0"/>
              <a:t>1</a:t>
            </a:r>
            <a:r>
              <a:rPr lang="ko-KR" altLang="en-US" smtClean="0"/>
              <a:t>로 해주시고</a:t>
            </a:r>
            <a:endParaRPr lang="en-US" altLang="ko-KR"/>
          </a:p>
          <a:p>
            <a:pPr>
              <a:lnSpc>
                <a:spcPct val="150000"/>
              </a:lnSpc>
            </a:pP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게시판 기능 설정에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비밀글 사용은 </a:t>
            </a:r>
            <a:r>
              <a:rPr lang="en-US" altLang="ko-KR" smtClean="0"/>
              <a:t>[</a:t>
            </a:r>
            <a:r>
              <a:rPr lang="ko-KR" altLang="en-US" smtClean="0"/>
              <a:t>무조건</a:t>
            </a:r>
            <a:r>
              <a:rPr lang="en-US" altLang="ko-KR" smtClean="0"/>
              <a:t>]</a:t>
            </a:r>
            <a:r>
              <a:rPr lang="ko-KR" altLang="en-US" smtClean="0"/>
              <a:t>으로 체크해주세요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/>
          </a:p>
          <a:p>
            <a:pPr>
              <a:lnSpc>
                <a:spcPct val="150000"/>
              </a:lnSpc>
            </a:pPr>
            <a:r>
              <a:rPr lang="en-US" altLang="ko-KR" smtClean="0"/>
              <a:t>DHTML </a:t>
            </a:r>
            <a:r>
              <a:rPr lang="ko-KR" altLang="en-US" smtClean="0"/>
              <a:t>에디터를 사용하게 되면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사진 등 다양한 정보를 주고 받을수 있어 더 편리해집니다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mtClean="0"/>
              <a:t>(</a:t>
            </a:r>
            <a:r>
              <a:rPr lang="ko-KR" altLang="en-US" smtClean="0"/>
              <a:t>제품소개 게시판도 에디터 사용을 꼭 눌러주세요</a:t>
            </a:r>
            <a:r>
              <a:rPr lang="en-US" altLang="ko-KR" smtClean="0"/>
              <a:t>.)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364" y="725214"/>
            <a:ext cx="538162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75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3055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04. </a:t>
            </a:r>
            <a:r>
              <a:rPr lang="ko-KR" altLang="en-US" sz="2000" smtClean="0">
                <a:solidFill>
                  <a:schemeClr val="bg1"/>
                </a:solidFill>
              </a:rPr>
              <a:t>게시판 별 썸네일 크기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717" y="887766"/>
            <a:ext cx="6388287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mtClean="0"/>
              <a:t>테마에서 쓰인 설정입니다</a:t>
            </a:r>
            <a:r>
              <a:rPr lang="en-US" altLang="ko-KR" smtClean="0"/>
              <a:t>. (</a:t>
            </a:r>
            <a:r>
              <a:rPr lang="ko-KR" altLang="en-US" smtClean="0"/>
              <a:t>변경하셔도 됩니다</a:t>
            </a:r>
            <a:r>
              <a:rPr lang="en-US" altLang="ko-KR" smtClean="0"/>
              <a:t>.)</a:t>
            </a:r>
          </a:p>
          <a:p>
            <a:pPr>
              <a:lnSpc>
                <a:spcPct val="150000"/>
              </a:lnSpc>
            </a:pPr>
            <a:endParaRPr lang="en-US" altLang="ko-KR"/>
          </a:p>
          <a:p>
            <a:pPr>
              <a:lnSpc>
                <a:spcPct val="300000"/>
              </a:lnSpc>
            </a:pPr>
            <a:r>
              <a:rPr lang="en-US" altLang="ko-KR" smtClean="0">
                <a:solidFill>
                  <a:schemeClr val="accent1">
                    <a:lumMod val="50000"/>
                  </a:schemeClr>
                </a:solidFill>
              </a:rPr>
              <a:t>Paper(</a:t>
            </a:r>
            <a:r>
              <a:rPr lang="ko-KR" altLang="en-US" smtClean="0">
                <a:solidFill>
                  <a:schemeClr val="accent1">
                    <a:lumMod val="50000"/>
                  </a:schemeClr>
                </a:solidFill>
              </a:rPr>
              <a:t>인증서</a:t>
            </a:r>
            <a:r>
              <a:rPr lang="en-US" altLang="ko-KR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mtClean="0">
                <a:solidFill>
                  <a:schemeClr val="accent1">
                    <a:lumMod val="50000"/>
                  </a:schemeClr>
                </a:solidFill>
              </a:rPr>
              <a:t>팝업게시판</a:t>
            </a:r>
            <a:r>
              <a:rPr lang="en-US" altLang="ko-KR" smtClean="0">
                <a:solidFill>
                  <a:schemeClr val="accent1">
                    <a:lumMod val="50000"/>
                  </a:schemeClr>
                </a:solidFill>
              </a:rPr>
              <a:t>) </a:t>
            </a:r>
            <a:r>
              <a:rPr lang="en-US" altLang="ko-KR" smtClean="0"/>
              <a:t>: </a:t>
            </a:r>
            <a:r>
              <a:rPr lang="ko-KR" altLang="en-US" smtClean="0"/>
              <a:t>이미지 수</a:t>
            </a:r>
            <a:r>
              <a:rPr lang="en-US" altLang="ko-KR"/>
              <a:t> 4</a:t>
            </a:r>
            <a:r>
              <a:rPr lang="en-US" altLang="ko-KR" smtClean="0"/>
              <a:t> / </a:t>
            </a:r>
            <a:r>
              <a:rPr lang="ko-KR" altLang="en-US" smtClean="0"/>
              <a:t>폭 </a:t>
            </a:r>
            <a:r>
              <a:rPr lang="en-US" altLang="ko-KR" smtClean="0"/>
              <a:t>320 / </a:t>
            </a:r>
            <a:r>
              <a:rPr lang="ko-KR" altLang="en-US" smtClean="0"/>
              <a:t>높이 </a:t>
            </a:r>
            <a:r>
              <a:rPr lang="en-US" altLang="ko-KR" smtClean="0"/>
              <a:t>475</a:t>
            </a:r>
          </a:p>
          <a:p>
            <a:pPr>
              <a:lnSpc>
                <a:spcPct val="300000"/>
              </a:lnSpc>
            </a:pPr>
            <a:r>
              <a:rPr lang="en-US" altLang="ko-KR" smtClean="0">
                <a:solidFill>
                  <a:schemeClr val="accent1">
                    <a:lumMod val="50000"/>
                  </a:schemeClr>
                </a:solidFill>
              </a:rPr>
              <a:t>ProductH, productG </a:t>
            </a:r>
            <a:r>
              <a:rPr lang="en-US" altLang="ko-KR" smtClean="0"/>
              <a:t>: </a:t>
            </a:r>
            <a:r>
              <a:rPr lang="ko-KR" altLang="en-US" smtClean="0"/>
              <a:t>이미지수 </a:t>
            </a:r>
            <a:r>
              <a:rPr lang="en-US" altLang="ko-KR" smtClean="0"/>
              <a:t>3 / </a:t>
            </a:r>
            <a:r>
              <a:rPr lang="ko-KR" altLang="en-US" smtClean="0"/>
              <a:t>폭 </a:t>
            </a:r>
            <a:r>
              <a:rPr lang="en-US" altLang="ko-KR" smtClean="0"/>
              <a:t>500 / </a:t>
            </a:r>
            <a:r>
              <a:rPr lang="ko-KR" altLang="en-US" smtClean="0"/>
              <a:t>높이 </a:t>
            </a:r>
            <a:r>
              <a:rPr lang="en-US" altLang="ko-KR" smtClean="0"/>
              <a:t>350</a:t>
            </a:r>
          </a:p>
          <a:p>
            <a:pPr>
              <a:lnSpc>
                <a:spcPct val="300000"/>
              </a:lnSpc>
            </a:pPr>
            <a:r>
              <a:rPr lang="en-US" altLang="ko-KR" smtClean="0">
                <a:solidFill>
                  <a:schemeClr val="accent1">
                    <a:lumMod val="50000"/>
                  </a:schemeClr>
                </a:solidFill>
              </a:rPr>
              <a:t>Webzine</a:t>
            </a:r>
            <a:r>
              <a:rPr lang="en-US" altLang="ko-KR" smtClean="0"/>
              <a:t> : </a:t>
            </a:r>
            <a:r>
              <a:rPr lang="ko-KR" altLang="en-US"/>
              <a:t>폭 </a:t>
            </a:r>
            <a:r>
              <a:rPr lang="en-US" altLang="ko-KR"/>
              <a:t>500 / </a:t>
            </a:r>
            <a:r>
              <a:rPr lang="ko-KR" altLang="en-US"/>
              <a:t>높이 </a:t>
            </a:r>
            <a:r>
              <a:rPr lang="en-US" altLang="ko-KR"/>
              <a:t>350</a:t>
            </a:r>
          </a:p>
          <a:p>
            <a:pPr>
              <a:lnSpc>
                <a:spcPct val="300000"/>
              </a:lnSpc>
            </a:pPr>
            <a:r>
              <a:rPr lang="en-US" altLang="ko-KR" smtClean="0">
                <a:solidFill>
                  <a:schemeClr val="accent1">
                    <a:lumMod val="50000"/>
                  </a:schemeClr>
                </a:solidFill>
              </a:rPr>
              <a:t>Complete</a:t>
            </a:r>
            <a:r>
              <a:rPr lang="en-US" altLang="ko-KR" smtClean="0"/>
              <a:t> : </a:t>
            </a:r>
            <a:r>
              <a:rPr lang="ko-KR" altLang="en-US"/>
              <a:t>이미지 수</a:t>
            </a:r>
            <a:r>
              <a:rPr lang="en-US" altLang="ko-KR"/>
              <a:t> 4 / </a:t>
            </a:r>
            <a:r>
              <a:rPr lang="ko-KR" altLang="en-US"/>
              <a:t>폭 </a:t>
            </a:r>
            <a:r>
              <a:rPr lang="en-US" altLang="ko-KR" smtClean="0"/>
              <a:t>350 </a:t>
            </a:r>
            <a:r>
              <a:rPr lang="en-US" altLang="ko-KR"/>
              <a:t>/ </a:t>
            </a:r>
            <a:r>
              <a:rPr lang="ko-KR" altLang="en-US"/>
              <a:t>높이 </a:t>
            </a:r>
            <a:r>
              <a:rPr lang="en-US" altLang="ko-KR" smtClean="0"/>
              <a:t>250</a:t>
            </a:r>
          </a:p>
          <a:p>
            <a:pPr>
              <a:lnSpc>
                <a:spcPct val="300000"/>
              </a:lnSpc>
            </a:pPr>
            <a:r>
              <a:rPr lang="en-US" altLang="ko-KR" smtClean="0">
                <a:solidFill>
                  <a:schemeClr val="accent1">
                    <a:lumMod val="50000"/>
                  </a:schemeClr>
                </a:solidFill>
              </a:rPr>
              <a:t>Gallery</a:t>
            </a:r>
            <a:r>
              <a:rPr lang="en-US" altLang="ko-KR" smtClean="0"/>
              <a:t> </a:t>
            </a:r>
            <a:r>
              <a:rPr lang="en-US" altLang="ko-KR"/>
              <a:t>: </a:t>
            </a:r>
            <a:r>
              <a:rPr lang="ko-KR" altLang="en-US"/>
              <a:t>이미지 수</a:t>
            </a:r>
            <a:r>
              <a:rPr lang="en-US" altLang="ko-KR"/>
              <a:t> 4 / </a:t>
            </a:r>
            <a:r>
              <a:rPr lang="ko-KR" altLang="en-US"/>
              <a:t>폭 </a:t>
            </a:r>
            <a:r>
              <a:rPr lang="en-US" altLang="ko-KR"/>
              <a:t>350 / </a:t>
            </a:r>
            <a:r>
              <a:rPr lang="ko-KR" altLang="en-US"/>
              <a:t>높이 </a:t>
            </a:r>
            <a:r>
              <a:rPr lang="en-US" altLang="ko-KR"/>
              <a:t>250</a:t>
            </a:r>
          </a:p>
          <a:p>
            <a:pPr>
              <a:lnSpc>
                <a:spcPct val="150000"/>
              </a:lnSpc>
            </a:pPr>
            <a:endParaRPr lang="en-US" altLang="ko-KR"/>
          </a:p>
          <a:p>
            <a:pPr>
              <a:lnSpc>
                <a:spcPct val="150000"/>
              </a:lnSpc>
            </a:pP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946312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27382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05. </a:t>
            </a:r>
            <a:r>
              <a:rPr lang="ko-KR" altLang="en-US" sz="2000" smtClean="0">
                <a:solidFill>
                  <a:schemeClr val="bg1"/>
                </a:solidFill>
              </a:rPr>
              <a:t>메인 슬라이드 변경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717" y="887766"/>
            <a:ext cx="6894836" cy="300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mtClean="0"/>
              <a:t>테마에서 쓰인 메인 슬라이드 사이즈</a:t>
            </a:r>
            <a:r>
              <a:rPr lang="en-US" altLang="ko-KR" smtClean="0"/>
              <a:t>, </a:t>
            </a:r>
            <a:r>
              <a:rPr lang="ko-KR" altLang="en-US" smtClean="0"/>
              <a:t>파일명입니다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/>
          </a:p>
          <a:p>
            <a:pPr>
              <a:lnSpc>
                <a:spcPct val="250000"/>
              </a:lnSpc>
            </a:pPr>
            <a:r>
              <a:rPr lang="en-US" altLang="ko-KR" smtClean="0"/>
              <a:t>Pc</a:t>
            </a:r>
            <a:r>
              <a:rPr lang="ko-KR" altLang="en-US"/>
              <a:t> </a:t>
            </a:r>
            <a:r>
              <a:rPr lang="en-US" altLang="ko-KR" smtClean="0"/>
              <a:t>– </a:t>
            </a:r>
            <a:r>
              <a:rPr lang="ko-KR" altLang="en-US" smtClean="0"/>
              <a:t>사이즈 </a:t>
            </a:r>
            <a:r>
              <a:rPr lang="en-US" altLang="ko-KR" smtClean="0"/>
              <a:t>1920px, 1000px / </a:t>
            </a:r>
            <a:r>
              <a:rPr lang="ko-KR" altLang="en-US" smtClean="0">
                <a:solidFill>
                  <a:schemeClr val="accent1">
                    <a:lumMod val="75000"/>
                  </a:schemeClr>
                </a:solidFill>
              </a:rPr>
              <a:t>파일 이름 </a:t>
            </a:r>
            <a:r>
              <a:rPr lang="en-US" altLang="ko-KR" smtClean="0">
                <a:solidFill>
                  <a:schemeClr val="accent1">
                    <a:lumMod val="75000"/>
                  </a:schemeClr>
                </a:solidFill>
              </a:rPr>
              <a:t>p_visual01.png ~ </a:t>
            </a:r>
            <a:endParaRPr lang="en-US" altLang="ko-KR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250000"/>
              </a:lnSpc>
            </a:pPr>
            <a:r>
              <a:rPr lang="en-US" altLang="ko-KR" smtClean="0"/>
              <a:t>Tablet – </a:t>
            </a:r>
            <a:r>
              <a:rPr lang="ko-KR" altLang="en-US" smtClean="0"/>
              <a:t>사이즈 </a:t>
            </a:r>
            <a:r>
              <a:rPr lang="en-US" altLang="ko-KR" smtClean="0"/>
              <a:t>1024px, 1000px / </a:t>
            </a:r>
            <a:r>
              <a:rPr lang="ko-KR" altLang="en-US" smtClean="0">
                <a:solidFill>
                  <a:schemeClr val="accent1">
                    <a:lumMod val="75000"/>
                  </a:schemeClr>
                </a:solidFill>
              </a:rPr>
              <a:t>파일이름 </a:t>
            </a:r>
            <a:r>
              <a:rPr lang="en-US" altLang="ko-KR" smtClean="0">
                <a:solidFill>
                  <a:schemeClr val="accent1">
                    <a:lumMod val="75000"/>
                  </a:schemeClr>
                </a:solidFill>
              </a:rPr>
              <a:t>t_visual01.png ~</a:t>
            </a:r>
          </a:p>
          <a:p>
            <a:pPr>
              <a:lnSpc>
                <a:spcPct val="250000"/>
              </a:lnSpc>
            </a:pPr>
            <a:r>
              <a:rPr lang="en-US" altLang="ko-KR" smtClean="0"/>
              <a:t>Mobile </a:t>
            </a:r>
            <a:r>
              <a:rPr lang="en-US" altLang="ko-KR"/>
              <a:t>– </a:t>
            </a:r>
            <a:r>
              <a:rPr lang="ko-KR" altLang="en-US"/>
              <a:t>사이즈 </a:t>
            </a:r>
            <a:r>
              <a:rPr lang="en-US" altLang="ko-KR" smtClean="0"/>
              <a:t>768px</a:t>
            </a:r>
            <a:r>
              <a:rPr lang="en-US" altLang="ko-KR"/>
              <a:t>, 1000px / </a:t>
            </a:r>
            <a:r>
              <a:rPr lang="ko-KR" altLang="en-US">
                <a:solidFill>
                  <a:schemeClr val="accent1">
                    <a:lumMod val="75000"/>
                  </a:schemeClr>
                </a:solidFill>
              </a:rPr>
              <a:t>파일이름 </a:t>
            </a:r>
            <a:r>
              <a:rPr lang="en-US" altLang="ko-KR" smtClean="0">
                <a:solidFill>
                  <a:schemeClr val="accent1">
                    <a:lumMod val="75000"/>
                  </a:schemeClr>
                </a:solidFill>
              </a:rPr>
              <a:t>m_visual01.png </a:t>
            </a:r>
            <a:r>
              <a:rPr lang="en-US" altLang="ko-KR">
                <a:solidFill>
                  <a:schemeClr val="accent1">
                    <a:lumMod val="75000"/>
                  </a:schemeClr>
                </a:solidFill>
              </a:rPr>
              <a:t>~ </a:t>
            </a:r>
            <a:r>
              <a:rPr lang="en-US" altLang="ko-KR" smtClean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3048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3049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06. </a:t>
            </a:r>
            <a:r>
              <a:rPr lang="ko-KR" altLang="en-US" sz="2000" smtClean="0">
                <a:solidFill>
                  <a:schemeClr val="bg1"/>
                </a:solidFill>
              </a:rPr>
              <a:t>소셜 로그인 추가 방법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717" y="887766"/>
            <a:ext cx="858760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mtClean="0"/>
              <a:t>[</a:t>
            </a:r>
            <a:r>
              <a:rPr lang="ko-KR" altLang="en-US" smtClean="0"/>
              <a:t>관리자</a:t>
            </a:r>
            <a:r>
              <a:rPr lang="en-US" altLang="ko-KR" smtClean="0"/>
              <a:t>] &gt; [</a:t>
            </a:r>
            <a:r>
              <a:rPr lang="ko-KR" altLang="en-US" smtClean="0"/>
              <a:t>기본환경설정</a:t>
            </a:r>
            <a:r>
              <a:rPr lang="en-US" altLang="ko-KR" smtClean="0"/>
              <a:t>] &gt; </a:t>
            </a:r>
            <a:r>
              <a:rPr lang="ko-KR" altLang="en-US" smtClean="0"/>
              <a:t>소셜네트워크서비스 </a:t>
            </a:r>
            <a:r>
              <a:rPr lang="en-US" altLang="ko-KR" smtClean="0"/>
              <a:t>(SNS : Social Network Service)</a:t>
            </a:r>
          </a:p>
          <a:p>
            <a:pPr>
              <a:lnSpc>
                <a:spcPct val="150000"/>
              </a:lnSpc>
            </a:pP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 smtClean="0"/>
              <a:t>원하시는 소셜 로그인을 선택하신 후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en-US" altLang="ko-KR" smtClean="0"/>
              <a:t>[</a:t>
            </a:r>
            <a:r>
              <a:rPr lang="ko-KR" altLang="en-US" smtClean="0"/>
              <a:t>앱 등록하기</a:t>
            </a:r>
            <a:r>
              <a:rPr lang="en-US" altLang="ko-KR" smtClean="0"/>
              <a:t>] </a:t>
            </a:r>
            <a:r>
              <a:rPr lang="ko-KR" altLang="en-US" smtClean="0"/>
              <a:t>버튼을 클릭하여 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해당 사이트의 정보를 입력해주세요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 smtClean="0"/>
              <a:t>참고사이트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en-US" altLang="ko-KR"/>
              <a:t>https://sir.kr/manual/g5/276</a:t>
            </a:r>
            <a:endParaRPr lang="en-US" altLang="ko-KR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1518203"/>
            <a:ext cx="6591300" cy="491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02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42723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07. </a:t>
            </a:r>
            <a:r>
              <a:rPr lang="ko-KR" altLang="en-US" sz="2000" smtClean="0">
                <a:solidFill>
                  <a:schemeClr val="bg1"/>
                </a:solidFill>
              </a:rPr>
              <a:t>메타태그</a:t>
            </a:r>
            <a:r>
              <a:rPr lang="en-US" altLang="ko-KR" sz="2000" smtClean="0">
                <a:solidFill>
                  <a:schemeClr val="bg1"/>
                </a:solidFill>
              </a:rPr>
              <a:t>, </a:t>
            </a:r>
            <a:r>
              <a:rPr lang="ko-KR" altLang="en-US" sz="2000" smtClean="0">
                <a:solidFill>
                  <a:schemeClr val="bg1"/>
                </a:solidFill>
              </a:rPr>
              <a:t>카카오톡 공유 </a:t>
            </a:r>
            <a:r>
              <a:rPr lang="en-US" altLang="ko-KR" sz="2000" smtClean="0">
                <a:solidFill>
                  <a:schemeClr val="bg1"/>
                </a:solidFill>
              </a:rPr>
              <a:t>url </a:t>
            </a:r>
            <a:r>
              <a:rPr lang="ko-KR" altLang="en-US" sz="2000" smtClean="0">
                <a:solidFill>
                  <a:schemeClr val="bg1"/>
                </a:solidFill>
              </a:rPr>
              <a:t>수정 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717" y="887766"/>
            <a:ext cx="10793339" cy="3647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mtClean="0"/>
              <a:t>Head.sub.php </a:t>
            </a:r>
            <a:r>
              <a:rPr lang="ko-KR" altLang="en-US" smtClean="0"/>
              <a:t>파일 클릭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en-US" altLang="ko-KR" smtClean="0"/>
              <a:t>Image – </a:t>
            </a:r>
            <a:r>
              <a:rPr lang="ko-KR" altLang="en-US" smtClean="0"/>
              <a:t>카카오톡으로 공유시 보여질 이미지 썸네일 </a:t>
            </a:r>
            <a:r>
              <a:rPr lang="en-US" altLang="ko-KR" smtClean="0"/>
              <a:t>/ </a:t>
            </a:r>
            <a:r>
              <a:rPr lang="ko-KR" altLang="en-US" smtClean="0"/>
              <a:t>가로 </a:t>
            </a:r>
            <a:r>
              <a:rPr lang="en-US" altLang="ko-KR" smtClean="0"/>
              <a:t>370px </a:t>
            </a:r>
            <a:r>
              <a:rPr lang="ko-KR" altLang="en-US" smtClean="0"/>
              <a:t>세로 </a:t>
            </a:r>
            <a:r>
              <a:rPr lang="en-US" altLang="ko-KR" smtClean="0"/>
              <a:t>170px</a:t>
            </a:r>
          </a:p>
          <a:p>
            <a:pPr>
              <a:lnSpc>
                <a:spcPct val="150000"/>
              </a:lnSpc>
            </a:pPr>
            <a:r>
              <a:rPr lang="en-US" altLang="ko-KR" smtClean="0"/>
              <a:t>Title – </a:t>
            </a:r>
            <a:r>
              <a:rPr lang="ko-KR" altLang="en-US" smtClean="0"/>
              <a:t>공유 제목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en-US" altLang="ko-KR" smtClean="0"/>
              <a:t>Description – </a:t>
            </a:r>
            <a:r>
              <a:rPr lang="ko-KR" altLang="en-US" smtClean="0"/>
              <a:t>공유 내용</a:t>
            </a:r>
            <a:endParaRPr lang="en-US" altLang="ko-KR" smtClean="0"/>
          </a:p>
          <a:p>
            <a:pPr>
              <a:lnSpc>
                <a:spcPct val="150000"/>
              </a:lnSpc>
            </a:pPr>
            <a:endParaRPr lang="en-US" altLang="ko-KR"/>
          </a:p>
          <a:p>
            <a:pPr>
              <a:lnSpc>
                <a:spcPct val="150000"/>
              </a:lnSpc>
            </a:pPr>
            <a:r>
              <a:rPr lang="en-US" altLang="ko-KR" sz="1600"/>
              <a:t>&lt;link rel="icon" href="&lt;?php echo G5_THEME_URL ?&gt;/img/favi.ico" type="image/x-icon" sizes="16x16</a:t>
            </a:r>
            <a:r>
              <a:rPr lang="en-US" altLang="ko-KR" sz="1600" smtClean="0"/>
              <a:t>"&gt;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smtClean="0"/>
              <a:t>파비콘 부분입니다</a:t>
            </a:r>
            <a:r>
              <a:rPr lang="en-US" altLang="ko-KR" sz="1600" smtClean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600"/>
          </a:p>
          <a:p>
            <a:pPr>
              <a:lnSpc>
                <a:spcPct val="150000"/>
              </a:lnSpc>
            </a:pPr>
            <a:r>
              <a:rPr lang="ko-KR" altLang="en-US" sz="1600" smtClean="0"/>
              <a:t>카카오톡 공유 캐시 파일 초기화 </a:t>
            </a:r>
            <a:r>
              <a:rPr lang="en-US" altLang="ko-KR" sz="1600"/>
              <a:t>- https://developers.kakao.com/tool/debugger/sharing</a:t>
            </a:r>
            <a:endParaRPr lang="en-US" altLang="ko-KR" sz="160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364" y="4859226"/>
            <a:ext cx="8591550" cy="174307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928" y="3473032"/>
            <a:ext cx="23622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43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23246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08. </a:t>
            </a:r>
            <a:r>
              <a:rPr lang="ko-KR" altLang="en-US" sz="2000" smtClean="0">
                <a:solidFill>
                  <a:schemeClr val="bg1"/>
                </a:solidFill>
              </a:rPr>
              <a:t>자주 묻는 질문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717" y="887766"/>
            <a:ext cx="792236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mtClean="0"/>
              <a:t>[</a:t>
            </a:r>
            <a:r>
              <a:rPr lang="ko-KR" altLang="en-US" smtClean="0"/>
              <a:t>관리자</a:t>
            </a:r>
            <a:r>
              <a:rPr lang="en-US" altLang="ko-KR" smtClean="0"/>
              <a:t>] &gt; [</a:t>
            </a:r>
            <a:r>
              <a:rPr lang="ko-KR" altLang="en-US" smtClean="0"/>
              <a:t>게시판관리</a:t>
            </a:r>
            <a:r>
              <a:rPr lang="en-US" altLang="ko-KR" smtClean="0"/>
              <a:t>] &gt; [FAQ</a:t>
            </a:r>
            <a:r>
              <a:rPr lang="ko-KR" altLang="en-US" smtClean="0"/>
              <a:t>관리</a:t>
            </a:r>
            <a:r>
              <a:rPr lang="en-US" altLang="ko-KR" smtClean="0"/>
              <a:t>] – FAQ</a:t>
            </a:r>
            <a:r>
              <a:rPr lang="ko-KR" altLang="en-US" smtClean="0"/>
              <a:t>추가를 누르면 분류가 추가됩니다</a:t>
            </a:r>
            <a:r>
              <a:rPr lang="en-US" altLang="ko-KR" smtClean="0"/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54" y="3282291"/>
            <a:ext cx="9401175" cy="211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505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23246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mtClean="0">
                <a:solidFill>
                  <a:schemeClr val="bg1"/>
                </a:solidFill>
              </a:rPr>
              <a:t>08. </a:t>
            </a:r>
            <a:r>
              <a:rPr lang="ko-KR" altLang="en-US" sz="2000" smtClean="0">
                <a:solidFill>
                  <a:schemeClr val="bg1"/>
                </a:solidFill>
              </a:rPr>
              <a:t>자주 묻는 질문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717" y="887766"/>
            <a:ext cx="68371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mtClean="0"/>
              <a:t>분류를 추가 후 추가된 분류를 누르면 상세내용을 추가할 수 있습니다</a:t>
            </a:r>
            <a:r>
              <a:rPr lang="en-US" altLang="ko-KR" smtClean="0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62" y="3967934"/>
            <a:ext cx="10429875" cy="289006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904" y="1851357"/>
            <a:ext cx="9401175" cy="211657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545021" y="3563007"/>
            <a:ext cx="609600" cy="15765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040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1221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mtClean="0">
                <a:solidFill>
                  <a:schemeClr val="bg1"/>
                </a:solidFill>
              </a:rPr>
              <a:t>추가 안내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0717" y="887766"/>
            <a:ext cx="1131752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mtClean="0"/>
              <a:t>[</a:t>
            </a:r>
            <a:r>
              <a:rPr lang="ko-KR" altLang="en-US" sz="1600" smtClean="0"/>
              <a:t>마일드테마</a:t>
            </a:r>
            <a:r>
              <a:rPr lang="en-US" altLang="ko-KR" sz="1600" smtClean="0"/>
              <a:t>] &gt; [img]</a:t>
            </a:r>
            <a:r>
              <a:rPr lang="ko-KR" altLang="en-US" sz="1600" smtClean="0"/>
              <a:t>에서 이미지를 사용 중입니다</a:t>
            </a:r>
            <a:r>
              <a:rPr lang="en-US" altLang="ko-KR" sz="1600" smtClean="0"/>
              <a:t>. </a:t>
            </a:r>
            <a:r>
              <a:rPr lang="ko-KR" altLang="en-US" sz="1600" smtClean="0"/>
              <a:t>추가 및 변경되는 이미지는 경로에 맞게 참고하셔서 업로드하시면 됩니다</a:t>
            </a:r>
            <a:r>
              <a:rPr lang="en-US" altLang="ko-KR" sz="160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mtClean="0"/>
              <a:t>테마에 사용된 이미지들은 교체를 권장합니다</a:t>
            </a:r>
            <a:r>
              <a:rPr lang="en-US" altLang="ko-KR" sz="160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mtClean="0"/>
              <a:t>메뉴</a:t>
            </a:r>
            <a:r>
              <a:rPr lang="en-US" altLang="ko-KR" sz="1600" smtClean="0"/>
              <a:t>, </a:t>
            </a:r>
            <a:r>
              <a:rPr lang="ko-KR" altLang="en-US" sz="1600" smtClean="0"/>
              <a:t>사이트맵</a:t>
            </a:r>
            <a:r>
              <a:rPr lang="en-US" altLang="ko-KR" sz="1600" smtClean="0"/>
              <a:t>, </a:t>
            </a:r>
            <a:r>
              <a:rPr lang="ko-KR" altLang="en-US" sz="1600" smtClean="0"/>
              <a:t>모바일 메뉴</a:t>
            </a:r>
            <a:r>
              <a:rPr lang="en-US" altLang="ko-KR" sz="1600" smtClean="0"/>
              <a:t>, </a:t>
            </a:r>
            <a:r>
              <a:rPr lang="ko-KR" altLang="en-US" sz="1600" smtClean="0"/>
              <a:t>서브 맵</a:t>
            </a:r>
            <a:r>
              <a:rPr lang="ko-KR" altLang="en-US" sz="1600"/>
              <a:t>은</a:t>
            </a:r>
            <a:r>
              <a:rPr lang="ko-KR" altLang="en-US" sz="1600" smtClean="0"/>
              <a:t> </a:t>
            </a:r>
            <a:r>
              <a:rPr lang="en-US" altLang="ko-KR" sz="1600" smtClean="0"/>
              <a:t>head.php</a:t>
            </a:r>
            <a:r>
              <a:rPr lang="ko-KR" altLang="en-US" sz="1600" smtClean="0"/>
              <a:t>에 속해있습니다</a:t>
            </a:r>
            <a:r>
              <a:rPr lang="en-US" altLang="ko-KR" sz="160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mtClean="0"/>
              <a:t>Mildmenu</a:t>
            </a:r>
            <a:r>
              <a:rPr lang="ko-KR" altLang="en-US" sz="1600" smtClean="0"/>
              <a:t>의 맨 위 </a:t>
            </a:r>
            <a:r>
              <a:rPr lang="en-US" altLang="ko-KR" sz="1600" smtClean="0"/>
              <a:t>company</a:t>
            </a:r>
            <a:r>
              <a:rPr lang="ko-KR" altLang="en-US" sz="1600" smtClean="0"/>
              <a:t>에 회사명을 작성하시면 회사명을 편리하게 바꾸실 수 있습니다</a:t>
            </a:r>
            <a:r>
              <a:rPr lang="en-US" altLang="ko-KR" sz="1600" smtClean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mtClean="0"/>
              <a:t>1:1 </a:t>
            </a:r>
            <a:r>
              <a:rPr lang="ko-KR" altLang="en-US" sz="1600" smtClean="0"/>
              <a:t>문의 게시판은 관리자가 답변을 남기면 상태가 </a:t>
            </a:r>
            <a:r>
              <a:rPr lang="en-US" altLang="ko-KR" sz="1600" smtClean="0"/>
              <a:t>[</a:t>
            </a:r>
            <a:r>
              <a:rPr lang="ko-KR" altLang="en-US" sz="1600" smtClean="0"/>
              <a:t>답변 완료</a:t>
            </a:r>
            <a:r>
              <a:rPr lang="en-US" altLang="ko-KR" sz="1600" smtClean="0"/>
              <a:t>]</a:t>
            </a:r>
            <a:r>
              <a:rPr lang="ko-KR" altLang="en-US" sz="1600" smtClean="0"/>
              <a:t>로 변경됩니다</a:t>
            </a:r>
            <a:r>
              <a:rPr lang="en-US" altLang="ko-KR" sz="160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mtClean="0"/>
              <a:t>퀵 메뉴는 </a:t>
            </a:r>
            <a:r>
              <a:rPr lang="en-US" altLang="ko-KR" sz="1600" smtClean="0"/>
              <a:t>[theme] &gt; [mildtheme] &gt; [quick.php]</a:t>
            </a:r>
            <a:r>
              <a:rPr lang="ko-KR" altLang="en-US" sz="1600" smtClean="0"/>
              <a:t>에서 링크 추가 및 수정이 가능합니다</a:t>
            </a:r>
            <a:r>
              <a:rPr lang="en-US" altLang="ko-KR" sz="160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mtClean="0"/>
              <a:t>유튜브 게시판은 유튜브 동영상의 뒤 아이디만 링크</a:t>
            </a:r>
            <a:r>
              <a:rPr lang="en-US" altLang="ko-KR" sz="1600" smtClean="0"/>
              <a:t>#1</a:t>
            </a:r>
            <a:r>
              <a:rPr lang="ko-KR" altLang="en-US" sz="1600" smtClean="0"/>
              <a:t>번에 추가해 주세요</a:t>
            </a:r>
            <a:r>
              <a:rPr lang="en-US" altLang="ko-KR" sz="1600" smtClean="0"/>
              <a:t>. (</a:t>
            </a:r>
            <a:r>
              <a:rPr lang="ko-KR" altLang="en-US" sz="1600" smtClean="0"/>
              <a:t>게시판 글쓰기 참고</a:t>
            </a:r>
            <a:r>
              <a:rPr lang="en-US" altLang="ko-KR" sz="1600" smtClean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mtClean="0"/>
              <a:t>Layout.css</a:t>
            </a:r>
            <a:r>
              <a:rPr lang="ko-KR" altLang="en-US" sz="1600" smtClean="0"/>
              <a:t>는 가급적 수정 삭제 하지 말아주세요</a:t>
            </a:r>
            <a:r>
              <a:rPr lang="en-US" altLang="ko-KR" sz="1600" smtClean="0"/>
              <a:t>. Style.css</a:t>
            </a:r>
            <a:r>
              <a:rPr lang="ko-KR" altLang="en-US" sz="1600" smtClean="0"/>
              <a:t>에 스타일 추가 및 변경하시면 됩니다</a:t>
            </a:r>
            <a:r>
              <a:rPr lang="en-US" altLang="ko-KR" sz="160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1770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725214"/>
          </a:xfrm>
          <a:prstGeom prst="rect">
            <a:avLst/>
          </a:prstGeom>
          <a:solidFill>
            <a:srgbClr val="304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0717" y="162552"/>
            <a:ext cx="1221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mtClean="0">
                <a:solidFill>
                  <a:schemeClr val="bg1"/>
                </a:solidFill>
              </a:rPr>
              <a:t>추가 안내</a:t>
            </a:r>
            <a:endParaRPr lang="ko-KR" altLang="en-US" sz="200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0717" y="887766"/>
            <a:ext cx="1024992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mtClean="0"/>
              <a:t>animation </a:t>
            </a:r>
            <a:r>
              <a:rPr lang="ko-KR" altLang="en-US" sz="1600"/>
              <a:t>효과는 </a:t>
            </a:r>
            <a:r>
              <a:rPr lang="en-US" altLang="ko-KR" sz="1600">
                <a:hlinkClick r:id="rId2"/>
              </a:rPr>
              <a:t>https://animate.style/</a:t>
            </a:r>
            <a:r>
              <a:rPr lang="en-US" altLang="ko-KR" sz="1600"/>
              <a:t> </a:t>
            </a:r>
            <a:r>
              <a:rPr lang="ko-KR" altLang="en-US" sz="1600"/>
              <a:t>에서</a:t>
            </a:r>
            <a:r>
              <a:rPr lang="en-US" altLang="ko-KR" sz="1600"/>
              <a:t> </a:t>
            </a:r>
            <a:r>
              <a:rPr lang="ko-KR" altLang="en-US" sz="1600"/>
              <a:t>확인하실 수 있습니다</a:t>
            </a:r>
            <a:r>
              <a:rPr lang="en-US" altLang="ko-KR" sz="160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mtClean="0"/>
              <a:t>폰트 변경은 </a:t>
            </a:r>
            <a:r>
              <a:rPr lang="en-US" altLang="ko-KR" sz="1600" smtClean="0"/>
              <a:t>css </a:t>
            </a:r>
            <a:r>
              <a:rPr lang="ko-KR" altLang="en-US" sz="1600" smtClean="0"/>
              <a:t>폴더 </a:t>
            </a:r>
            <a:r>
              <a:rPr lang="en-US" altLang="ko-KR" sz="1600" smtClean="0"/>
              <a:t>font.css </a:t>
            </a:r>
            <a:r>
              <a:rPr lang="ko-KR" altLang="en-US" sz="1600" smtClean="0"/>
              <a:t>에서 변경하시면 됩니다</a:t>
            </a:r>
            <a:r>
              <a:rPr lang="en-US" altLang="ko-KR" sz="1600" smtClean="0"/>
              <a:t>. (</a:t>
            </a:r>
            <a:r>
              <a:rPr lang="ko-KR" altLang="en-US" sz="1600" smtClean="0"/>
              <a:t>상업용 무료 폰트 사이트 눈누 </a:t>
            </a:r>
            <a:r>
              <a:rPr lang="en-US" altLang="ko-KR" sz="1600" smtClean="0"/>
              <a:t>- https</a:t>
            </a:r>
            <a:r>
              <a:rPr lang="en-US" altLang="ko-KR" sz="1600"/>
              <a:t>://noonnu.cc/)</a:t>
            </a:r>
            <a:endParaRPr lang="en-US" altLang="ko-KR" sz="160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mtClean="0"/>
              <a:t>스크립트</a:t>
            </a:r>
            <a:r>
              <a:rPr lang="en-US" altLang="ko-KR" sz="1600"/>
              <a:t> </a:t>
            </a:r>
            <a:r>
              <a:rPr lang="en-US" altLang="ko-KR" sz="1600" smtClean="0"/>
              <a:t>(js </a:t>
            </a:r>
            <a:r>
              <a:rPr lang="ko-KR" altLang="en-US" sz="1600" smtClean="0"/>
              <a:t>폴더</a:t>
            </a:r>
            <a:r>
              <a:rPr lang="en-US" altLang="ko-KR" sz="1600" smtClean="0"/>
              <a:t>)</a:t>
            </a:r>
            <a:r>
              <a:rPr lang="ko-KR" altLang="en-US" sz="1600" smtClean="0"/>
              <a:t>는 수정하지 말아주세요</a:t>
            </a:r>
            <a:r>
              <a:rPr lang="en-US" altLang="ko-KR" sz="1600" smtClean="0"/>
              <a:t>. (</a:t>
            </a:r>
            <a:r>
              <a:rPr lang="ko-KR" altLang="en-US" sz="1600" smtClean="0"/>
              <a:t>오류가 날 수 있습니다</a:t>
            </a:r>
            <a:r>
              <a:rPr lang="en-US" altLang="ko-KR" sz="1600" smtClean="0"/>
              <a:t>.)</a:t>
            </a:r>
            <a:endParaRPr lang="en-US" altLang="ko-KR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mtClean="0"/>
              <a:t>서브 페이지는 </a:t>
            </a:r>
            <a:r>
              <a:rPr lang="en-US" altLang="ko-KR" sz="1600" smtClean="0"/>
              <a:t>[mildtheme] &gt; [subpage] &gt; </a:t>
            </a:r>
            <a:r>
              <a:rPr lang="ko-KR" altLang="en-US" sz="1600" smtClean="0"/>
              <a:t>안 파일에서 확인하실 수 있습니다</a:t>
            </a:r>
            <a:r>
              <a:rPr lang="en-US" altLang="ko-KR" sz="1600" smtClean="0"/>
              <a:t>.</a:t>
            </a:r>
            <a:endParaRPr lang="en-US" altLang="ko-KR" sz="1600"/>
          </a:p>
        </p:txBody>
      </p:sp>
    </p:spTree>
    <p:extLst>
      <p:ext uri="{BB962C8B-B14F-4D97-AF65-F5344CB8AC3E}">
        <p14:creationId xmlns:p14="http://schemas.microsoft.com/office/powerpoint/2010/main" val="540035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47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44717" y="2133601"/>
            <a:ext cx="378661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mtClean="0">
                <a:solidFill>
                  <a:schemeClr val="bg1"/>
                </a:solidFill>
              </a:rPr>
              <a:t>오류 발견</a:t>
            </a:r>
            <a:endParaRPr lang="en-US" altLang="ko-KR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mtClean="0">
                <a:solidFill>
                  <a:schemeClr val="bg1"/>
                </a:solidFill>
              </a:rPr>
              <a:t>테마 커스텀 문의</a:t>
            </a:r>
            <a:endParaRPr lang="en-US" altLang="ko-KR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mtClean="0">
                <a:solidFill>
                  <a:schemeClr val="bg1"/>
                </a:solidFill>
              </a:rPr>
              <a:t>기타 질문</a:t>
            </a:r>
            <a:endParaRPr lang="en-US" altLang="ko-KR" smtClean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ko-KR" altLang="en-US" smtClean="0">
                <a:solidFill>
                  <a:schemeClr val="bg1"/>
                </a:solidFill>
              </a:rPr>
              <a:t>이메일 </a:t>
            </a:r>
            <a:r>
              <a:rPr lang="en-US" altLang="ko-KR" smtClean="0">
                <a:solidFill>
                  <a:schemeClr val="bg1"/>
                </a:solidFill>
              </a:rPr>
              <a:t> – </a:t>
            </a:r>
            <a:r>
              <a:rPr lang="en-US" altLang="ko-KR">
                <a:solidFill>
                  <a:schemeClr val="bg1"/>
                </a:solidFill>
              </a:rPr>
              <a:t>mildtheme@gmail.com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0125" y="998483"/>
            <a:ext cx="88745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smtClean="0">
                <a:solidFill>
                  <a:schemeClr val="bg1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문의 남겨주시면 빠른 시간내에 답변드리겠습니다</a:t>
            </a:r>
            <a:r>
              <a:rPr lang="en-US" altLang="ko-KR" sz="3200" smtClean="0">
                <a:solidFill>
                  <a:schemeClr val="bg1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.</a:t>
            </a:r>
            <a:endParaRPr lang="ko-KR" altLang="en-US" sz="3200">
              <a:solidFill>
                <a:schemeClr val="bg1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75315" y="5770179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solidFill>
                  <a:schemeClr val="bg1"/>
                </a:solidFill>
              </a:rPr>
              <a:t>감사합니다</a:t>
            </a:r>
            <a:r>
              <a:rPr lang="en-US" altLang="ko-KR" smtClean="0">
                <a:solidFill>
                  <a:schemeClr val="bg1"/>
                </a:solidFill>
              </a:rPr>
              <a:t> </a:t>
            </a:r>
            <a:r>
              <a:rPr lang="en-US" altLang="ko-KR">
                <a:solidFill>
                  <a:schemeClr val="bg1"/>
                </a:solidFill>
              </a:rPr>
              <a:t>☻</a:t>
            </a:r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339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스퀘어 네오 Regular"/>
        <a:ea typeface="나눔스퀘어 네오 Regular"/>
        <a:cs typeface=""/>
      </a:majorFont>
      <a:minorFont>
        <a:latin typeface="나눔스퀘어 네오 Regular"/>
        <a:ea typeface="나눔스퀘어 네오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1130</Words>
  <Application>Microsoft Office PowerPoint</Application>
  <PresentationFormat>와이드스크린</PresentationFormat>
  <Paragraphs>170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나눔스퀘어 네오 Regular</vt:lpstr>
      <vt:lpstr>Arial</vt:lpstr>
      <vt:lpstr>Pretendard SemiBold</vt:lpstr>
      <vt:lpstr>Wingdings</vt:lpstr>
      <vt:lpstr>SUIT Light</vt:lpstr>
      <vt:lpstr>나눔스퀘어 네오 OTF Bold</vt:lpstr>
      <vt:lpstr>나눔스퀘어 네오 OTF ExtraBold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821051181996</dc:creator>
  <cp:lastModifiedBy>821051181996</cp:lastModifiedBy>
  <cp:revision>85</cp:revision>
  <dcterms:created xsi:type="dcterms:W3CDTF">2023-04-11T10:35:51Z</dcterms:created>
  <dcterms:modified xsi:type="dcterms:W3CDTF">2023-05-19T04:34:33Z</dcterms:modified>
</cp:coreProperties>
</file>